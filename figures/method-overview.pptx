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7920038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09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6" y="471291"/>
            <a:ext cx="5940029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6" y="1512524"/>
            <a:ext cx="5940029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74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46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7" y="717934"/>
            <a:ext cx="6831033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7" y="1927150"/>
            <a:ext cx="6831033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35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766595"/>
            <a:ext cx="3366016" cy="182715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766595"/>
            <a:ext cx="3366016" cy="182715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741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153319"/>
            <a:ext cx="6831033" cy="55661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6" y="705935"/>
            <a:ext cx="3350547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6" y="1051899"/>
            <a:ext cx="3350547" cy="154718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19" y="705935"/>
            <a:ext cx="3367048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19" y="1051899"/>
            <a:ext cx="3367048" cy="154718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868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2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269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191982"/>
            <a:ext cx="2554418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9" y="414629"/>
            <a:ext cx="4009519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863918"/>
            <a:ext cx="2554418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03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191982"/>
            <a:ext cx="2554418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9" y="414629"/>
            <a:ext cx="4009519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863918"/>
            <a:ext cx="2554418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74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1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7" y="153319"/>
            <a:ext cx="1707758" cy="2440434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4" y="153319"/>
            <a:ext cx="5024274" cy="2440434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6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153319"/>
            <a:ext cx="6831033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766595"/>
            <a:ext cx="6831033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3" y="2669081"/>
            <a:ext cx="178200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B8A70-47B6-499E-A6F0-CF8EA665885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4" y="2669081"/>
            <a:ext cx="2673012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8" y="2669081"/>
            <a:ext cx="178200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A40C5-4F20-4CFA-A53B-BED58E013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80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BB4E28B1-971B-9363-4036-76383A916887}"/>
              </a:ext>
            </a:extLst>
          </p:cNvPr>
          <p:cNvGrpSpPr/>
          <p:nvPr/>
        </p:nvGrpSpPr>
        <p:grpSpPr>
          <a:xfrm>
            <a:off x="158614" y="139706"/>
            <a:ext cx="7602821" cy="2600325"/>
            <a:chOff x="914672" y="1333500"/>
            <a:chExt cx="7602821" cy="26003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4B1674-035D-0571-18D1-D48B9A1F8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8831" y="1676842"/>
              <a:ext cx="489885" cy="489885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4CDADA3-EBAE-BAE2-8B33-81AE609ECEC7}"/>
                </a:ext>
              </a:extLst>
            </p:cNvPr>
            <p:cNvSpPr txBox="1"/>
            <p:nvPr/>
          </p:nvSpPr>
          <p:spPr>
            <a:xfrm>
              <a:off x="914672" y="2165285"/>
              <a:ext cx="11582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Normal Logs</a:t>
              </a:r>
              <a:endParaRPr lang="zh-CN" altLang="en-US" sz="1400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220591-FD08-2B3D-AF19-797B2E12F26B}"/>
                </a:ext>
              </a:extLst>
            </p:cNvPr>
            <p:cNvSpPr txBox="1"/>
            <p:nvPr/>
          </p:nvSpPr>
          <p:spPr>
            <a:xfrm>
              <a:off x="3955720" y="3389411"/>
              <a:ext cx="13131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Abnormal Logs</a:t>
              </a:r>
              <a:endParaRPr lang="zh-CN" altLang="en-US" sz="1400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DD7971-755F-85BE-009E-C72292C37A87}"/>
                </a:ext>
              </a:extLst>
            </p:cNvPr>
            <p:cNvGrpSpPr/>
            <p:nvPr/>
          </p:nvGrpSpPr>
          <p:grpSpPr>
            <a:xfrm>
              <a:off x="4367368" y="2827159"/>
              <a:ext cx="489885" cy="583353"/>
              <a:chOff x="6186858" y="1380999"/>
              <a:chExt cx="489885" cy="583353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572673D-5117-B299-03F8-B81CFBE166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86858" y="1474467"/>
                <a:ext cx="489885" cy="489885"/>
              </a:xfrm>
              <a:prstGeom prst="rect">
                <a:avLst/>
              </a:prstGeom>
            </p:spPr>
          </p:pic>
          <p:pic>
            <p:nvPicPr>
              <p:cNvPr id="1028" name="Picture 4" descr="Bomb - Free weapons icons">
                <a:extLst>
                  <a:ext uri="{FF2B5EF4-FFF2-40B4-BE49-F238E27FC236}">
                    <a16:creationId xmlns:a16="http://schemas.microsoft.com/office/drawing/2014/main" id="{871BE55A-A87C-DA9A-CA84-569A7753AF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01047" y="1380999"/>
                <a:ext cx="218705" cy="2187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DAB1857-F8DC-661E-2B81-3EA193294F77}"/>
                </a:ext>
              </a:extLst>
            </p:cNvPr>
            <p:cNvSpPr/>
            <p:nvPr/>
          </p:nvSpPr>
          <p:spPr>
            <a:xfrm>
              <a:off x="2462123" y="2952462"/>
              <a:ext cx="1276147" cy="59083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Attack Generator</a:t>
              </a:r>
              <a:endParaRPr lang="zh-CN" altLang="en-US" sz="1400" dirty="0">
                <a:solidFill>
                  <a:schemeClr val="tx1"/>
                </a:solidFill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1B49627-0FE0-AC87-21E0-BB04D46A4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9350" y="1620614"/>
              <a:ext cx="625921" cy="625921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6DCA9D5-E6EB-3B47-4873-DB1A23748825}"/>
                </a:ext>
              </a:extLst>
            </p:cNvPr>
            <p:cNvSpPr/>
            <p:nvPr/>
          </p:nvSpPr>
          <p:spPr>
            <a:xfrm>
              <a:off x="2462123" y="1676842"/>
              <a:ext cx="1276147" cy="59083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Constraint Learning</a:t>
              </a:r>
              <a:endParaRPr lang="zh-CN" altLang="en-US" sz="1400" dirty="0">
                <a:solidFill>
                  <a:schemeClr val="tx1"/>
                </a:solidFill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601573-B813-349E-9E17-FB382F8AF294}"/>
                </a:ext>
              </a:extLst>
            </p:cNvPr>
            <p:cNvSpPr txBox="1"/>
            <p:nvPr/>
          </p:nvSpPr>
          <p:spPr>
            <a:xfrm>
              <a:off x="3934881" y="2211452"/>
              <a:ext cx="13548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Log Constraints</a:t>
              </a:r>
              <a:endParaRPr lang="zh-CN" altLang="en-US" sz="1400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3968C4B-DA08-5CDA-800B-FCF809BEA163}"/>
                </a:ext>
              </a:extLst>
            </p:cNvPr>
            <p:cNvSpPr/>
            <p:nvPr/>
          </p:nvSpPr>
          <p:spPr>
            <a:xfrm>
              <a:off x="7241346" y="2929931"/>
              <a:ext cx="1276147" cy="59083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Prompt Refinement</a:t>
              </a:r>
              <a:endParaRPr lang="zh-CN" altLang="en-US" sz="1400" dirty="0">
                <a:solidFill>
                  <a:schemeClr val="tx1"/>
                </a:solidFill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7AD108B-5A3F-C322-AE20-0192053DD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55078" y="1762769"/>
              <a:ext cx="448683" cy="44868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ED0BC3-1B1B-C66D-9D69-4DD37AC39B9C}"/>
                </a:ext>
              </a:extLst>
            </p:cNvPr>
            <p:cNvSpPr txBox="1"/>
            <p:nvPr/>
          </p:nvSpPr>
          <p:spPr>
            <a:xfrm>
              <a:off x="7282632" y="2249552"/>
              <a:ext cx="11935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LLM Prompts</a:t>
              </a:r>
              <a:endParaRPr lang="zh-CN" altLang="en-US" sz="1400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4257D95-82A5-0BDE-0835-1116AD3E2C2B}"/>
                </a:ext>
              </a:extLst>
            </p:cNvPr>
            <p:cNvCxnSpPr>
              <a:cxnSpLocks/>
            </p:cNvCxnSpPr>
            <p:nvPr/>
          </p:nvCxnSpPr>
          <p:spPr>
            <a:xfrm>
              <a:off x="1914525" y="1933575"/>
              <a:ext cx="40005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9F1D057-6292-A8D4-5E0A-45F7E3E12C85}"/>
                </a:ext>
              </a:extLst>
            </p:cNvPr>
            <p:cNvCxnSpPr>
              <a:cxnSpLocks/>
            </p:cNvCxnSpPr>
            <p:nvPr/>
          </p:nvCxnSpPr>
          <p:spPr>
            <a:xfrm>
              <a:off x="3807557" y="1933575"/>
              <a:ext cx="40005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DA5939E-CFC9-7CA0-DBA8-6C6D809ED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86916" y="2203414"/>
              <a:ext cx="952500" cy="952500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6ED2DAB-0707-DA7F-FAB7-5E6946E95A24}"/>
                </a:ext>
              </a:extLst>
            </p:cNvPr>
            <p:cNvCxnSpPr>
              <a:cxnSpLocks/>
            </p:cNvCxnSpPr>
            <p:nvPr/>
          </p:nvCxnSpPr>
          <p:spPr>
            <a:xfrm>
              <a:off x="1640297" y="2473062"/>
              <a:ext cx="0" cy="214640"/>
            </a:xfrm>
            <a:prstGeom prst="line">
              <a:avLst/>
            </a:prstGeom>
            <a:ln w="28575">
              <a:solidFill>
                <a:schemeClr val="tx1"/>
              </a:solidFill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05599D1-8DF6-1CB8-D101-738EB23B7DF7}"/>
                </a:ext>
              </a:extLst>
            </p:cNvPr>
            <p:cNvCxnSpPr>
              <a:cxnSpLocks/>
            </p:cNvCxnSpPr>
            <p:nvPr/>
          </p:nvCxnSpPr>
          <p:spPr>
            <a:xfrm>
              <a:off x="1640297" y="2687702"/>
              <a:ext cx="2981911" cy="0"/>
            </a:xfrm>
            <a:prstGeom prst="line">
              <a:avLst/>
            </a:prstGeom>
            <a:ln w="28575">
              <a:solidFill>
                <a:schemeClr val="tx1"/>
              </a:solidFill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2F97F96-C54A-E6AA-BA4C-7C15851C47E1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 flipH="1" flipV="1">
              <a:off x="4612310" y="2519229"/>
              <a:ext cx="2522" cy="178001"/>
            </a:xfrm>
            <a:prstGeom prst="line">
              <a:avLst/>
            </a:prstGeom>
            <a:ln w="28575">
              <a:solidFill>
                <a:schemeClr val="tx1"/>
              </a:solidFill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D04E7A3-9F0A-4609-3F81-421F402F7E40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3100196" y="2687702"/>
              <a:ext cx="1" cy="264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91D3572-4459-D675-B284-7DD1637FF1B3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3738270" y="3247881"/>
              <a:ext cx="55521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EA8D2E0-3B9B-1FE2-66A5-540394DA3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5675" y="2473062"/>
              <a:ext cx="1" cy="1460763"/>
            </a:xfrm>
            <a:prstGeom prst="line">
              <a:avLst/>
            </a:prstGeom>
            <a:ln w="28575">
              <a:solidFill>
                <a:schemeClr val="tx1"/>
              </a:solidFill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85D1EDA-715B-3854-40DA-C5A3EE47F6A2}"/>
                </a:ext>
              </a:extLst>
            </p:cNvPr>
            <p:cNvCxnSpPr>
              <a:cxnSpLocks/>
            </p:cNvCxnSpPr>
            <p:nvPr/>
          </p:nvCxnSpPr>
          <p:spPr>
            <a:xfrm>
              <a:off x="1335675" y="3933825"/>
              <a:ext cx="6543744" cy="0"/>
            </a:xfrm>
            <a:prstGeom prst="line">
              <a:avLst/>
            </a:prstGeom>
            <a:ln w="28575">
              <a:solidFill>
                <a:schemeClr val="tx1"/>
              </a:solidFill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799DCD51-3578-6207-94E1-65438D742C89}"/>
                </a:ext>
              </a:extLst>
            </p:cNvPr>
            <p:cNvCxnSpPr>
              <a:cxnSpLocks/>
            </p:cNvCxnSpPr>
            <p:nvPr/>
          </p:nvCxnSpPr>
          <p:spPr>
            <a:xfrm>
              <a:off x="4612310" y="3743325"/>
              <a:ext cx="0" cy="190500"/>
            </a:xfrm>
            <a:prstGeom prst="line">
              <a:avLst/>
            </a:prstGeom>
            <a:ln w="28575">
              <a:solidFill>
                <a:schemeClr val="tx1"/>
              </a:solidFill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4E9A0B86-9DF7-CB79-658E-678E7F8BC4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9419" y="3600450"/>
              <a:ext cx="0" cy="3333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AFA7147B-1BCD-496E-7280-2DBF6ED1B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9419" y="2557329"/>
              <a:ext cx="0" cy="307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2A24C6D1-03D5-AC94-5D01-BF8CE7479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0196" y="1333500"/>
              <a:ext cx="4779223" cy="0"/>
            </a:xfrm>
            <a:prstGeom prst="line">
              <a:avLst/>
            </a:prstGeom>
            <a:ln w="28575">
              <a:solidFill>
                <a:schemeClr val="tx1"/>
              </a:solidFill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Arrow Connector 1034">
              <a:extLst>
                <a:ext uri="{FF2B5EF4-FFF2-40B4-BE49-F238E27FC236}">
                  <a16:creationId xmlns:a16="http://schemas.microsoft.com/office/drawing/2014/main" id="{BDEEAE66-669B-2156-EE10-D06AB1BBCDE7}"/>
                </a:ext>
              </a:extLst>
            </p:cNvPr>
            <p:cNvCxnSpPr>
              <a:cxnSpLocks/>
            </p:cNvCxnSpPr>
            <p:nvPr/>
          </p:nvCxnSpPr>
          <p:spPr>
            <a:xfrm>
              <a:off x="3100196" y="1333500"/>
              <a:ext cx="0" cy="28711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10A610A2-917A-E238-495A-3161484F13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9419" y="1333500"/>
              <a:ext cx="0" cy="287114"/>
            </a:xfrm>
            <a:prstGeom prst="line">
              <a:avLst/>
            </a:prstGeom>
            <a:ln w="28575">
              <a:solidFill>
                <a:schemeClr val="tx1"/>
              </a:solidFill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8FB63972-7B5E-3EAD-5762-A80690AA9FDD}"/>
                </a:ext>
              </a:extLst>
            </p:cNvPr>
            <p:cNvSpPr txBox="1"/>
            <p:nvPr/>
          </p:nvSpPr>
          <p:spPr>
            <a:xfrm>
              <a:off x="5755843" y="3084774"/>
              <a:ext cx="8146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Iteration</a:t>
              </a:r>
              <a:endParaRPr lang="zh-CN" altLang="en-US" sz="1400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859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15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Linux Libertine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Wenjie Zhang</dc:creator>
  <cp:lastModifiedBy>Wenjie Zhang</cp:lastModifiedBy>
  <cp:revision>23</cp:revision>
  <dcterms:created xsi:type="dcterms:W3CDTF">2025-09-11T01:43:08Z</dcterms:created>
  <dcterms:modified xsi:type="dcterms:W3CDTF">2025-09-11T02:34:41Z</dcterms:modified>
</cp:coreProperties>
</file>