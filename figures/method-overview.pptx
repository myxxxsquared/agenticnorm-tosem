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7" r:id="rId2"/>
  </p:sldIdLst>
  <p:sldSz cx="7920038" cy="28797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88" d="100"/>
          <a:sy n="188" d="100"/>
        </p:scale>
        <p:origin x="156" y="5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90006" y="471291"/>
            <a:ext cx="5940029" cy="1002571"/>
          </a:xfrm>
        </p:spPr>
        <p:txBody>
          <a:bodyPr anchor="b"/>
          <a:lstStyle>
            <a:lvl1pPr algn="ctr">
              <a:defRPr sz="2519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90006" y="1512524"/>
            <a:ext cx="5940029" cy="695267"/>
          </a:xfrm>
        </p:spPr>
        <p:txBody>
          <a:bodyPr/>
          <a:lstStyle>
            <a:lvl1pPr marL="0" indent="0" algn="ctr">
              <a:buNone/>
              <a:defRPr sz="1008"/>
            </a:lvl1pPr>
            <a:lvl2pPr marL="191978" indent="0" algn="ctr">
              <a:buNone/>
              <a:defRPr sz="840"/>
            </a:lvl2pPr>
            <a:lvl3pPr marL="383957" indent="0" algn="ctr">
              <a:buNone/>
              <a:defRPr sz="756"/>
            </a:lvl3pPr>
            <a:lvl4pPr marL="575935" indent="0" algn="ctr">
              <a:buNone/>
              <a:defRPr sz="672"/>
            </a:lvl4pPr>
            <a:lvl5pPr marL="767913" indent="0" algn="ctr">
              <a:buNone/>
              <a:defRPr sz="672"/>
            </a:lvl5pPr>
            <a:lvl6pPr marL="959891" indent="0" algn="ctr">
              <a:buNone/>
              <a:defRPr sz="672"/>
            </a:lvl6pPr>
            <a:lvl7pPr marL="1151870" indent="0" algn="ctr">
              <a:buNone/>
              <a:defRPr sz="672"/>
            </a:lvl7pPr>
            <a:lvl8pPr marL="1343848" indent="0" algn="ctr">
              <a:buNone/>
              <a:defRPr sz="672"/>
            </a:lvl8pPr>
            <a:lvl9pPr marL="1535826" indent="0" algn="ctr">
              <a:buNone/>
              <a:defRPr sz="672"/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B8A70-47B6-499E-A6F0-CF8EA665885A}" type="datetimeFigureOut">
              <a:rPr lang="zh-CN" altLang="en-US" smtClean="0"/>
              <a:t>2025/9/14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FA40C5-4F20-4CFA-A53B-BED58E01317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387412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B8A70-47B6-499E-A6F0-CF8EA665885A}" type="datetimeFigureOut">
              <a:rPr lang="zh-CN" altLang="en-US" smtClean="0"/>
              <a:t>2025/9/14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FA40C5-4F20-4CFA-A53B-BED58E01317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664694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0377" y="717934"/>
            <a:ext cx="6831033" cy="1197885"/>
          </a:xfrm>
        </p:spPr>
        <p:txBody>
          <a:bodyPr anchor="b"/>
          <a:lstStyle>
            <a:lvl1pPr>
              <a:defRPr sz="2519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0377" y="1927150"/>
            <a:ext cx="6831033" cy="629940"/>
          </a:xfrm>
        </p:spPr>
        <p:txBody>
          <a:bodyPr/>
          <a:lstStyle>
            <a:lvl1pPr marL="0" indent="0">
              <a:buNone/>
              <a:defRPr sz="1008">
                <a:solidFill>
                  <a:schemeClr val="tx1">
                    <a:tint val="82000"/>
                  </a:schemeClr>
                </a:solidFill>
              </a:defRPr>
            </a:lvl1pPr>
            <a:lvl2pPr marL="191978" indent="0">
              <a:buNone/>
              <a:defRPr sz="840">
                <a:solidFill>
                  <a:schemeClr val="tx1">
                    <a:tint val="82000"/>
                  </a:schemeClr>
                </a:solidFill>
              </a:defRPr>
            </a:lvl2pPr>
            <a:lvl3pPr marL="383957" indent="0">
              <a:buNone/>
              <a:defRPr sz="756">
                <a:solidFill>
                  <a:schemeClr val="tx1">
                    <a:tint val="82000"/>
                  </a:schemeClr>
                </a:solidFill>
              </a:defRPr>
            </a:lvl3pPr>
            <a:lvl4pPr marL="575935" indent="0">
              <a:buNone/>
              <a:defRPr sz="672">
                <a:solidFill>
                  <a:schemeClr val="tx1">
                    <a:tint val="82000"/>
                  </a:schemeClr>
                </a:solidFill>
              </a:defRPr>
            </a:lvl4pPr>
            <a:lvl5pPr marL="767913" indent="0">
              <a:buNone/>
              <a:defRPr sz="672">
                <a:solidFill>
                  <a:schemeClr val="tx1">
                    <a:tint val="82000"/>
                  </a:schemeClr>
                </a:solidFill>
              </a:defRPr>
            </a:lvl5pPr>
            <a:lvl6pPr marL="959891" indent="0">
              <a:buNone/>
              <a:defRPr sz="672">
                <a:solidFill>
                  <a:schemeClr val="tx1">
                    <a:tint val="82000"/>
                  </a:schemeClr>
                </a:solidFill>
              </a:defRPr>
            </a:lvl6pPr>
            <a:lvl7pPr marL="1151870" indent="0">
              <a:buNone/>
              <a:defRPr sz="672">
                <a:solidFill>
                  <a:schemeClr val="tx1">
                    <a:tint val="82000"/>
                  </a:schemeClr>
                </a:solidFill>
              </a:defRPr>
            </a:lvl7pPr>
            <a:lvl8pPr marL="1343848" indent="0">
              <a:buNone/>
              <a:defRPr sz="672">
                <a:solidFill>
                  <a:schemeClr val="tx1">
                    <a:tint val="82000"/>
                  </a:schemeClr>
                </a:solidFill>
              </a:defRPr>
            </a:lvl8pPr>
            <a:lvl9pPr marL="1535826" indent="0">
              <a:buNone/>
              <a:defRPr sz="672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B8A70-47B6-499E-A6F0-CF8EA665885A}" type="datetimeFigureOut">
              <a:rPr lang="zh-CN" altLang="en-US" smtClean="0"/>
              <a:t>2025/9/14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FA40C5-4F20-4CFA-A53B-BED58E01317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723596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44503" y="766595"/>
            <a:ext cx="3366016" cy="182715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09519" y="766595"/>
            <a:ext cx="3366016" cy="182715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B8A70-47B6-499E-A6F0-CF8EA665885A}" type="datetimeFigureOut">
              <a:rPr lang="zh-CN" altLang="en-US" smtClean="0"/>
              <a:t>2025/9/14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FA40C5-4F20-4CFA-A53B-BED58E01317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867413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5535" y="153319"/>
            <a:ext cx="6831033" cy="556614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5536" y="705935"/>
            <a:ext cx="3350547" cy="345967"/>
          </a:xfrm>
        </p:spPr>
        <p:txBody>
          <a:bodyPr anchor="b"/>
          <a:lstStyle>
            <a:lvl1pPr marL="0" indent="0">
              <a:buNone/>
              <a:defRPr sz="1008" b="1"/>
            </a:lvl1pPr>
            <a:lvl2pPr marL="191978" indent="0">
              <a:buNone/>
              <a:defRPr sz="840" b="1"/>
            </a:lvl2pPr>
            <a:lvl3pPr marL="383957" indent="0">
              <a:buNone/>
              <a:defRPr sz="756" b="1"/>
            </a:lvl3pPr>
            <a:lvl4pPr marL="575935" indent="0">
              <a:buNone/>
              <a:defRPr sz="672" b="1"/>
            </a:lvl4pPr>
            <a:lvl5pPr marL="767913" indent="0">
              <a:buNone/>
              <a:defRPr sz="672" b="1"/>
            </a:lvl5pPr>
            <a:lvl6pPr marL="959891" indent="0">
              <a:buNone/>
              <a:defRPr sz="672" b="1"/>
            </a:lvl6pPr>
            <a:lvl7pPr marL="1151870" indent="0">
              <a:buNone/>
              <a:defRPr sz="672" b="1"/>
            </a:lvl7pPr>
            <a:lvl8pPr marL="1343848" indent="0">
              <a:buNone/>
              <a:defRPr sz="672" b="1"/>
            </a:lvl8pPr>
            <a:lvl9pPr marL="1535826" indent="0">
              <a:buNone/>
              <a:defRPr sz="672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5536" y="1051899"/>
            <a:ext cx="3350547" cy="1547186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009519" y="705935"/>
            <a:ext cx="3367048" cy="345967"/>
          </a:xfrm>
        </p:spPr>
        <p:txBody>
          <a:bodyPr anchor="b"/>
          <a:lstStyle>
            <a:lvl1pPr marL="0" indent="0">
              <a:buNone/>
              <a:defRPr sz="1008" b="1"/>
            </a:lvl1pPr>
            <a:lvl2pPr marL="191978" indent="0">
              <a:buNone/>
              <a:defRPr sz="840" b="1"/>
            </a:lvl2pPr>
            <a:lvl3pPr marL="383957" indent="0">
              <a:buNone/>
              <a:defRPr sz="756" b="1"/>
            </a:lvl3pPr>
            <a:lvl4pPr marL="575935" indent="0">
              <a:buNone/>
              <a:defRPr sz="672" b="1"/>
            </a:lvl4pPr>
            <a:lvl5pPr marL="767913" indent="0">
              <a:buNone/>
              <a:defRPr sz="672" b="1"/>
            </a:lvl5pPr>
            <a:lvl6pPr marL="959891" indent="0">
              <a:buNone/>
              <a:defRPr sz="672" b="1"/>
            </a:lvl6pPr>
            <a:lvl7pPr marL="1151870" indent="0">
              <a:buNone/>
              <a:defRPr sz="672" b="1"/>
            </a:lvl7pPr>
            <a:lvl8pPr marL="1343848" indent="0">
              <a:buNone/>
              <a:defRPr sz="672" b="1"/>
            </a:lvl8pPr>
            <a:lvl9pPr marL="1535826" indent="0">
              <a:buNone/>
              <a:defRPr sz="672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009519" y="1051899"/>
            <a:ext cx="3367048" cy="1547186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B8A70-47B6-499E-A6F0-CF8EA665885A}" type="datetimeFigureOut">
              <a:rPr lang="zh-CN" altLang="en-US" smtClean="0"/>
              <a:t>2025/9/14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FA40C5-4F20-4CFA-A53B-BED58E01317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688683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B8A70-47B6-499E-A6F0-CF8EA665885A}" type="datetimeFigureOut">
              <a:rPr lang="zh-CN" altLang="en-US" smtClean="0"/>
              <a:t>2025/9/14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FA40C5-4F20-4CFA-A53B-BED58E01317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84202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B8A70-47B6-499E-A6F0-CF8EA665885A}" type="datetimeFigureOut">
              <a:rPr lang="zh-CN" altLang="en-US" smtClean="0"/>
              <a:t>2025/9/14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FA40C5-4F20-4CFA-A53B-BED58E01317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102690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5535" y="191982"/>
            <a:ext cx="2554418" cy="671936"/>
          </a:xfrm>
        </p:spPr>
        <p:txBody>
          <a:bodyPr anchor="b"/>
          <a:lstStyle>
            <a:lvl1pPr>
              <a:defRPr sz="1344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67049" y="414629"/>
            <a:ext cx="4009519" cy="2046471"/>
          </a:xfrm>
        </p:spPr>
        <p:txBody>
          <a:bodyPr/>
          <a:lstStyle>
            <a:lvl1pPr>
              <a:defRPr sz="1344"/>
            </a:lvl1pPr>
            <a:lvl2pPr>
              <a:defRPr sz="1176"/>
            </a:lvl2pPr>
            <a:lvl3pPr>
              <a:defRPr sz="1008"/>
            </a:lvl3pPr>
            <a:lvl4pPr>
              <a:defRPr sz="840"/>
            </a:lvl4pPr>
            <a:lvl5pPr>
              <a:defRPr sz="840"/>
            </a:lvl5pPr>
            <a:lvl6pPr>
              <a:defRPr sz="840"/>
            </a:lvl6pPr>
            <a:lvl7pPr>
              <a:defRPr sz="840"/>
            </a:lvl7pPr>
            <a:lvl8pPr>
              <a:defRPr sz="840"/>
            </a:lvl8pPr>
            <a:lvl9pPr>
              <a:defRPr sz="840"/>
            </a:lvl9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45535" y="863918"/>
            <a:ext cx="2554418" cy="1600514"/>
          </a:xfrm>
        </p:spPr>
        <p:txBody>
          <a:bodyPr/>
          <a:lstStyle>
            <a:lvl1pPr marL="0" indent="0">
              <a:buNone/>
              <a:defRPr sz="672"/>
            </a:lvl1pPr>
            <a:lvl2pPr marL="191978" indent="0">
              <a:buNone/>
              <a:defRPr sz="588"/>
            </a:lvl2pPr>
            <a:lvl3pPr marL="383957" indent="0">
              <a:buNone/>
              <a:defRPr sz="504"/>
            </a:lvl3pPr>
            <a:lvl4pPr marL="575935" indent="0">
              <a:buNone/>
              <a:defRPr sz="420"/>
            </a:lvl4pPr>
            <a:lvl5pPr marL="767913" indent="0">
              <a:buNone/>
              <a:defRPr sz="420"/>
            </a:lvl5pPr>
            <a:lvl6pPr marL="959891" indent="0">
              <a:buNone/>
              <a:defRPr sz="420"/>
            </a:lvl6pPr>
            <a:lvl7pPr marL="1151870" indent="0">
              <a:buNone/>
              <a:defRPr sz="420"/>
            </a:lvl7pPr>
            <a:lvl8pPr marL="1343848" indent="0">
              <a:buNone/>
              <a:defRPr sz="420"/>
            </a:lvl8pPr>
            <a:lvl9pPr marL="1535826" indent="0">
              <a:buNone/>
              <a:defRPr sz="42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B8A70-47B6-499E-A6F0-CF8EA665885A}" type="datetimeFigureOut">
              <a:rPr lang="zh-CN" altLang="en-US" smtClean="0"/>
              <a:t>2025/9/14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FA40C5-4F20-4CFA-A53B-BED58E01317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890398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5535" y="191982"/>
            <a:ext cx="2554418" cy="671936"/>
          </a:xfrm>
        </p:spPr>
        <p:txBody>
          <a:bodyPr anchor="b"/>
          <a:lstStyle>
            <a:lvl1pPr>
              <a:defRPr sz="1344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367049" y="414629"/>
            <a:ext cx="4009519" cy="2046471"/>
          </a:xfrm>
        </p:spPr>
        <p:txBody>
          <a:bodyPr anchor="t"/>
          <a:lstStyle>
            <a:lvl1pPr marL="0" indent="0">
              <a:buNone/>
              <a:defRPr sz="1344"/>
            </a:lvl1pPr>
            <a:lvl2pPr marL="191978" indent="0">
              <a:buNone/>
              <a:defRPr sz="1176"/>
            </a:lvl2pPr>
            <a:lvl3pPr marL="383957" indent="0">
              <a:buNone/>
              <a:defRPr sz="1008"/>
            </a:lvl3pPr>
            <a:lvl4pPr marL="575935" indent="0">
              <a:buNone/>
              <a:defRPr sz="840"/>
            </a:lvl4pPr>
            <a:lvl5pPr marL="767913" indent="0">
              <a:buNone/>
              <a:defRPr sz="840"/>
            </a:lvl5pPr>
            <a:lvl6pPr marL="959891" indent="0">
              <a:buNone/>
              <a:defRPr sz="840"/>
            </a:lvl6pPr>
            <a:lvl7pPr marL="1151870" indent="0">
              <a:buNone/>
              <a:defRPr sz="840"/>
            </a:lvl7pPr>
            <a:lvl8pPr marL="1343848" indent="0">
              <a:buNone/>
              <a:defRPr sz="840"/>
            </a:lvl8pPr>
            <a:lvl9pPr marL="1535826" indent="0">
              <a:buNone/>
              <a:defRPr sz="84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45535" y="863918"/>
            <a:ext cx="2554418" cy="1600514"/>
          </a:xfrm>
        </p:spPr>
        <p:txBody>
          <a:bodyPr/>
          <a:lstStyle>
            <a:lvl1pPr marL="0" indent="0">
              <a:buNone/>
              <a:defRPr sz="672"/>
            </a:lvl1pPr>
            <a:lvl2pPr marL="191978" indent="0">
              <a:buNone/>
              <a:defRPr sz="588"/>
            </a:lvl2pPr>
            <a:lvl3pPr marL="383957" indent="0">
              <a:buNone/>
              <a:defRPr sz="504"/>
            </a:lvl3pPr>
            <a:lvl4pPr marL="575935" indent="0">
              <a:buNone/>
              <a:defRPr sz="420"/>
            </a:lvl4pPr>
            <a:lvl5pPr marL="767913" indent="0">
              <a:buNone/>
              <a:defRPr sz="420"/>
            </a:lvl5pPr>
            <a:lvl6pPr marL="959891" indent="0">
              <a:buNone/>
              <a:defRPr sz="420"/>
            </a:lvl6pPr>
            <a:lvl7pPr marL="1151870" indent="0">
              <a:buNone/>
              <a:defRPr sz="420"/>
            </a:lvl7pPr>
            <a:lvl8pPr marL="1343848" indent="0">
              <a:buNone/>
              <a:defRPr sz="420"/>
            </a:lvl8pPr>
            <a:lvl9pPr marL="1535826" indent="0">
              <a:buNone/>
              <a:defRPr sz="42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B8A70-47B6-499E-A6F0-CF8EA665885A}" type="datetimeFigureOut">
              <a:rPr lang="zh-CN" altLang="en-US" smtClean="0"/>
              <a:t>2025/9/14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FA40C5-4F20-4CFA-A53B-BED58E01317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567458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B8A70-47B6-499E-A6F0-CF8EA665885A}" type="datetimeFigureOut">
              <a:rPr lang="zh-CN" altLang="en-US" smtClean="0"/>
              <a:t>2025/9/14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FA40C5-4F20-4CFA-A53B-BED58E01317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05196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667777" y="153319"/>
            <a:ext cx="1707758" cy="2440434"/>
          </a:xfrm>
        </p:spPr>
        <p:txBody>
          <a:bodyPr vert="eaVert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44504" y="153319"/>
            <a:ext cx="5024274" cy="2440434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B8A70-47B6-499E-A6F0-CF8EA665885A}" type="datetimeFigureOut">
              <a:rPr lang="zh-CN" altLang="en-US" smtClean="0"/>
              <a:t>2025/9/14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FA40C5-4F20-4CFA-A53B-BED58E01317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85666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44503" y="153319"/>
            <a:ext cx="6831033" cy="55661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4503" y="766595"/>
            <a:ext cx="6831033" cy="18271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44503" y="2669081"/>
            <a:ext cx="1782009" cy="15331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0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2B8A70-47B6-499E-A6F0-CF8EA665885A}" type="datetimeFigureOut">
              <a:rPr lang="zh-CN" altLang="en-US" smtClean="0"/>
              <a:t>2025/9/14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623514" y="2669081"/>
            <a:ext cx="2673012" cy="15331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50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593528" y="2669081"/>
            <a:ext cx="1782009" cy="15331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0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FFA40C5-4F20-4CFA-A53B-BED58E01317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508084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383957" rtl="0" eaLnBrk="1" latinLnBrk="0" hangingPunct="1">
        <a:lnSpc>
          <a:spcPct val="90000"/>
        </a:lnSpc>
        <a:spcBef>
          <a:spcPct val="0"/>
        </a:spcBef>
        <a:buNone/>
        <a:defRPr sz="184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5989" indent="-95989" algn="l" defTabSz="383957" rtl="0" eaLnBrk="1" latinLnBrk="0" hangingPunct="1">
        <a:lnSpc>
          <a:spcPct val="90000"/>
        </a:lnSpc>
        <a:spcBef>
          <a:spcPts val="420"/>
        </a:spcBef>
        <a:buFont typeface="Arial" panose="020B0604020202020204" pitchFamily="34" charset="0"/>
        <a:buChar char="•"/>
        <a:defRPr sz="1176" kern="1200">
          <a:solidFill>
            <a:schemeClr val="tx1"/>
          </a:solidFill>
          <a:latin typeface="+mn-lt"/>
          <a:ea typeface="+mn-ea"/>
          <a:cs typeface="+mn-cs"/>
        </a:defRPr>
      </a:lvl1pPr>
      <a:lvl2pPr marL="287967" indent="-95989" algn="l" defTabSz="383957" rtl="0" eaLnBrk="1" latinLnBrk="0" hangingPunct="1">
        <a:lnSpc>
          <a:spcPct val="90000"/>
        </a:lnSpc>
        <a:spcBef>
          <a:spcPts val="210"/>
        </a:spcBef>
        <a:buFont typeface="Arial" panose="020B0604020202020204" pitchFamily="34" charset="0"/>
        <a:buChar char="•"/>
        <a:defRPr sz="1008" kern="1200">
          <a:solidFill>
            <a:schemeClr val="tx1"/>
          </a:solidFill>
          <a:latin typeface="+mn-lt"/>
          <a:ea typeface="+mn-ea"/>
          <a:cs typeface="+mn-cs"/>
        </a:defRPr>
      </a:lvl2pPr>
      <a:lvl3pPr marL="479946" indent="-95989" algn="l" defTabSz="383957" rtl="0" eaLnBrk="1" latinLnBrk="0" hangingPunct="1">
        <a:lnSpc>
          <a:spcPct val="90000"/>
        </a:lnSpc>
        <a:spcBef>
          <a:spcPts val="210"/>
        </a:spcBef>
        <a:buFont typeface="Arial" panose="020B0604020202020204" pitchFamily="34" charset="0"/>
        <a:buChar char="•"/>
        <a:defRPr sz="840" kern="1200">
          <a:solidFill>
            <a:schemeClr val="tx1"/>
          </a:solidFill>
          <a:latin typeface="+mn-lt"/>
          <a:ea typeface="+mn-ea"/>
          <a:cs typeface="+mn-cs"/>
        </a:defRPr>
      </a:lvl3pPr>
      <a:lvl4pPr marL="671924" indent="-95989" algn="l" defTabSz="383957" rtl="0" eaLnBrk="1" latinLnBrk="0" hangingPunct="1">
        <a:lnSpc>
          <a:spcPct val="90000"/>
        </a:lnSpc>
        <a:spcBef>
          <a:spcPts val="210"/>
        </a:spcBef>
        <a:buFont typeface="Arial" panose="020B0604020202020204" pitchFamily="34" charset="0"/>
        <a:buChar char="•"/>
        <a:defRPr sz="756" kern="1200">
          <a:solidFill>
            <a:schemeClr val="tx1"/>
          </a:solidFill>
          <a:latin typeface="+mn-lt"/>
          <a:ea typeface="+mn-ea"/>
          <a:cs typeface="+mn-cs"/>
        </a:defRPr>
      </a:lvl4pPr>
      <a:lvl5pPr marL="863902" indent="-95989" algn="l" defTabSz="383957" rtl="0" eaLnBrk="1" latinLnBrk="0" hangingPunct="1">
        <a:lnSpc>
          <a:spcPct val="90000"/>
        </a:lnSpc>
        <a:spcBef>
          <a:spcPts val="210"/>
        </a:spcBef>
        <a:buFont typeface="Arial" panose="020B0604020202020204" pitchFamily="34" charset="0"/>
        <a:buChar char="•"/>
        <a:defRPr sz="756" kern="1200">
          <a:solidFill>
            <a:schemeClr val="tx1"/>
          </a:solidFill>
          <a:latin typeface="+mn-lt"/>
          <a:ea typeface="+mn-ea"/>
          <a:cs typeface="+mn-cs"/>
        </a:defRPr>
      </a:lvl5pPr>
      <a:lvl6pPr marL="1055881" indent="-95989" algn="l" defTabSz="383957" rtl="0" eaLnBrk="1" latinLnBrk="0" hangingPunct="1">
        <a:lnSpc>
          <a:spcPct val="90000"/>
        </a:lnSpc>
        <a:spcBef>
          <a:spcPts val="210"/>
        </a:spcBef>
        <a:buFont typeface="Arial" panose="020B0604020202020204" pitchFamily="34" charset="0"/>
        <a:buChar char="•"/>
        <a:defRPr sz="756" kern="1200">
          <a:solidFill>
            <a:schemeClr val="tx1"/>
          </a:solidFill>
          <a:latin typeface="+mn-lt"/>
          <a:ea typeface="+mn-ea"/>
          <a:cs typeface="+mn-cs"/>
        </a:defRPr>
      </a:lvl6pPr>
      <a:lvl7pPr marL="1247859" indent="-95989" algn="l" defTabSz="383957" rtl="0" eaLnBrk="1" latinLnBrk="0" hangingPunct="1">
        <a:lnSpc>
          <a:spcPct val="90000"/>
        </a:lnSpc>
        <a:spcBef>
          <a:spcPts val="210"/>
        </a:spcBef>
        <a:buFont typeface="Arial" panose="020B0604020202020204" pitchFamily="34" charset="0"/>
        <a:buChar char="•"/>
        <a:defRPr sz="756" kern="1200">
          <a:solidFill>
            <a:schemeClr val="tx1"/>
          </a:solidFill>
          <a:latin typeface="+mn-lt"/>
          <a:ea typeface="+mn-ea"/>
          <a:cs typeface="+mn-cs"/>
        </a:defRPr>
      </a:lvl7pPr>
      <a:lvl8pPr marL="1439837" indent="-95989" algn="l" defTabSz="383957" rtl="0" eaLnBrk="1" latinLnBrk="0" hangingPunct="1">
        <a:lnSpc>
          <a:spcPct val="90000"/>
        </a:lnSpc>
        <a:spcBef>
          <a:spcPts val="210"/>
        </a:spcBef>
        <a:buFont typeface="Arial" panose="020B0604020202020204" pitchFamily="34" charset="0"/>
        <a:buChar char="•"/>
        <a:defRPr sz="756" kern="1200">
          <a:solidFill>
            <a:schemeClr val="tx1"/>
          </a:solidFill>
          <a:latin typeface="+mn-lt"/>
          <a:ea typeface="+mn-ea"/>
          <a:cs typeface="+mn-cs"/>
        </a:defRPr>
      </a:lvl8pPr>
      <a:lvl9pPr marL="1631815" indent="-95989" algn="l" defTabSz="383957" rtl="0" eaLnBrk="1" latinLnBrk="0" hangingPunct="1">
        <a:lnSpc>
          <a:spcPct val="90000"/>
        </a:lnSpc>
        <a:spcBef>
          <a:spcPts val="210"/>
        </a:spcBef>
        <a:buFont typeface="Arial" panose="020B0604020202020204" pitchFamily="34" charset="0"/>
        <a:buChar char="•"/>
        <a:defRPr sz="75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83957" rtl="0" eaLnBrk="1" latinLnBrk="0" hangingPunct="1">
        <a:defRPr sz="756" kern="1200">
          <a:solidFill>
            <a:schemeClr val="tx1"/>
          </a:solidFill>
          <a:latin typeface="+mn-lt"/>
          <a:ea typeface="+mn-ea"/>
          <a:cs typeface="+mn-cs"/>
        </a:defRPr>
      </a:lvl1pPr>
      <a:lvl2pPr marL="191978" algn="l" defTabSz="383957" rtl="0" eaLnBrk="1" latinLnBrk="0" hangingPunct="1">
        <a:defRPr sz="756" kern="1200">
          <a:solidFill>
            <a:schemeClr val="tx1"/>
          </a:solidFill>
          <a:latin typeface="+mn-lt"/>
          <a:ea typeface="+mn-ea"/>
          <a:cs typeface="+mn-cs"/>
        </a:defRPr>
      </a:lvl2pPr>
      <a:lvl3pPr marL="383957" algn="l" defTabSz="383957" rtl="0" eaLnBrk="1" latinLnBrk="0" hangingPunct="1">
        <a:defRPr sz="756" kern="1200">
          <a:solidFill>
            <a:schemeClr val="tx1"/>
          </a:solidFill>
          <a:latin typeface="+mn-lt"/>
          <a:ea typeface="+mn-ea"/>
          <a:cs typeface="+mn-cs"/>
        </a:defRPr>
      </a:lvl3pPr>
      <a:lvl4pPr marL="575935" algn="l" defTabSz="383957" rtl="0" eaLnBrk="1" latinLnBrk="0" hangingPunct="1">
        <a:defRPr sz="756" kern="1200">
          <a:solidFill>
            <a:schemeClr val="tx1"/>
          </a:solidFill>
          <a:latin typeface="+mn-lt"/>
          <a:ea typeface="+mn-ea"/>
          <a:cs typeface="+mn-cs"/>
        </a:defRPr>
      </a:lvl4pPr>
      <a:lvl5pPr marL="767913" algn="l" defTabSz="383957" rtl="0" eaLnBrk="1" latinLnBrk="0" hangingPunct="1">
        <a:defRPr sz="756" kern="1200">
          <a:solidFill>
            <a:schemeClr val="tx1"/>
          </a:solidFill>
          <a:latin typeface="+mn-lt"/>
          <a:ea typeface="+mn-ea"/>
          <a:cs typeface="+mn-cs"/>
        </a:defRPr>
      </a:lvl5pPr>
      <a:lvl6pPr marL="959891" algn="l" defTabSz="383957" rtl="0" eaLnBrk="1" latinLnBrk="0" hangingPunct="1">
        <a:defRPr sz="756" kern="1200">
          <a:solidFill>
            <a:schemeClr val="tx1"/>
          </a:solidFill>
          <a:latin typeface="+mn-lt"/>
          <a:ea typeface="+mn-ea"/>
          <a:cs typeface="+mn-cs"/>
        </a:defRPr>
      </a:lvl6pPr>
      <a:lvl7pPr marL="1151870" algn="l" defTabSz="383957" rtl="0" eaLnBrk="1" latinLnBrk="0" hangingPunct="1">
        <a:defRPr sz="756" kern="1200">
          <a:solidFill>
            <a:schemeClr val="tx1"/>
          </a:solidFill>
          <a:latin typeface="+mn-lt"/>
          <a:ea typeface="+mn-ea"/>
          <a:cs typeface="+mn-cs"/>
        </a:defRPr>
      </a:lvl7pPr>
      <a:lvl8pPr marL="1343848" algn="l" defTabSz="383957" rtl="0" eaLnBrk="1" latinLnBrk="0" hangingPunct="1">
        <a:defRPr sz="756" kern="1200">
          <a:solidFill>
            <a:schemeClr val="tx1"/>
          </a:solidFill>
          <a:latin typeface="+mn-lt"/>
          <a:ea typeface="+mn-ea"/>
          <a:cs typeface="+mn-cs"/>
        </a:defRPr>
      </a:lvl8pPr>
      <a:lvl9pPr marL="1535826" algn="l" defTabSz="383957" rtl="0" eaLnBrk="1" latinLnBrk="0" hangingPunct="1">
        <a:defRPr sz="75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B4B1674-035D-0571-18D1-D48B9A1F81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773" y="483048"/>
            <a:ext cx="489885" cy="48988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4CDADA3-EBAE-BAE2-8B33-81AE609ECEC7}"/>
              </a:ext>
            </a:extLst>
          </p:cNvPr>
          <p:cNvSpPr txBox="1"/>
          <p:nvPr/>
        </p:nvSpPr>
        <p:spPr>
          <a:xfrm>
            <a:off x="158614" y="971491"/>
            <a:ext cx="11582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Linux Libertine" panose="02000503000000000000" pitchFamily="2" charset="0"/>
                <a:ea typeface="Linux Libertine" panose="02000503000000000000" pitchFamily="2" charset="0"/>
                <a:cs typeface="Linux Libertine" panose="02000503000000000000" pitchFamily="2" charset="0"/>
              </a:rPr>
              <a:t>Normal Logs</a:t>
            </a:r>
            <a:endParaRPr lang="zh-CN" altLang="en-US" sz="1400" dirty="0">
              <a:latin typeface="Linux Libertine" panose="02000503000000000000" pitchFamily="2" charset="0"/>
              <a:cs typeface="Linux Libertine" panose="02000503000000000000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220591-FD08-2B3D-AF19-797B2E12F26B}"/>
              </a:ext>
            </a:extLst>
          </p:cNvPr>
          <p:cNvSpPr txBox="1"/>
          <p:nvPr/>
        </p:nvSpPr>
        <p:spPr>
          <a:xfrm>
            <a:off x="3199662" y="2195617"/>
            <a:ext cx="131318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 dirty="0">
                <a:latin typeface="Linux Libertine" panose="02000503000000000000" pitchFamily="2" charset="0"/>
                <a:ea typeface="Linux Libertine" panose="02000503000000000000" pitchFamily="2" charset="0"/>
                <a:cs typeface="Linux Libertine" panose="02000503000000000000" pitchFamily="2" charset="0"/>
              </a:rPr>
              <a:t>Abnormal Logs</a:t>
            </a:r>
            <a:endParaRPr lang="zh-CN" altLang="en-US" sz="1400" dirty="0">
              <a:latin typeface="Linux Libertine" panose="02000503000000000000" pitchFamily="2" charset="0"/>
              <a:cs typeface="Linux Libertine" panose="02000503000000000000" pitchFamily="2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CCDD7971-755F-85BE-009E-C72292C37A87}"/>
              </a:ext>
            </a:extLst>
          </p:cNvPr>
          <p:cNvGrpSpPr/>
          <p:nvPr/>
        </p:nvGrpSpPr>
        <p:grpSpPr>
          <a:xfrm>
            <a:off x="3611310" y="1633365"/>
            <a:ext cx="489885" cy="583353"/>
            <a:chOff x="6186858" y="1380999"/>
            <a:chExt cx="489885" cy="583353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B572673D-5117-B299-03F8-B81CFBE166B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186858" y="1474467"/>
              <a:ext cx="489885" cy="489885"/>
            </a:xfrm>
            <a:prstGeom prst="rect">
              <a:avLst/>
            </a:prstGeom>
          </p:spPr>
        </p:pic>
        <p:pic>
          <p:nvPicPr>
            <p:cNvPr id="1028" name="Picture 4" descr="Bomb - Free weapons icons">
              <a:extLst>
                <a:ext uri="{FF2B5EF4-FFF2-40B4-BE49-F238E27FC236}">
                  <a16:creationId xmlns:a16="http://schemas.microsoft.com/office/drawing/2014/main" id="{871BE55A-A87C-DA9A-CA84-569A7753AF5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201047" y="1380999"/>
              <a:ext cx="218705" cy="21870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DAB1857-F8DC-661E-2B81-3EA193294F77}"/>
              </a:ext>
            </a:extLst>
          </p:cNvPr>
          <p:cNvSpPr/>
          <p:nvPr/>
        </p:nvSpPr>
        <p:spPr>
          <a:xfrm>
            <a:off x="1706065" y="1687547"/>
            <a:ext cx="1276147" cy="696113"/>
          </a:xfrm>
          <a:prstGeom prst="roundRect">
            <a:avLst>
              <a:gd name="adj" fmla="val 5000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Linux Libertine" panose="02000503000000000000" pitchFamily="2" charset="0"/>
                <a:ea typeface="Linux Libertine" panose="02000503000000000000" pitchFamily="2" charset="0"/>
                <a:cs typeface="Linux Libertine" panose="02000503000000000000" pitchFamily="2" charset="0"/>
              </a:rPr>
              <a:t>Attack Generator</a:t>
            </a:r>
          </a:p>
          <a:p>
            <a:pPr algn="ctr"/>
            <a:r>
              <a:rPr lang="en-US" altLang="zh-CN" sz="1400" dirty="0">
                <a:solidFill>
                  <a:schemeClr val="tx1"/>
                </a:solidFill>
                <a:latin typeface="Linux Libertine" panose="02000503000000000000" pitchFamily="2" charset="0"/>
                <a:ea typeface="Linux Libertine" panose="02000503000000000000" pitchFamily="2" charset="0"/>
                <a:cs typeface="Linux Libertine" panose="02000503000000000000" pitchFamily="2" charset="0"/>
              </a:rPr>
              <a:t>Agent</a:t>
            </a:r>
            <a:endParaRPr lang="zh-CN" altLang="en-US" sz="1400" dirty="0">
              <a:solidFill>
                <a:schemeClr val="tx1"/>
              </a:solidFill>
              <a:latin typeface="Linux Libertine" panose="02000503000000000000" pitchFamily="2" charset="0"/>
              <a:cs typeface="Linux Libertine" panose="02000503000000000000" pitchFamily="2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1B49627-0FE0-AC87-21E0-BB04D46A47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3292" y="426820"/>
            <a:ext cx="625921" cy="625921"/>
          </a:xfrm>
          <a:prstGeom prst="rect">
            <a:avLst/>
          </a:prstGeom>
        </p:spPr>
      </p:pic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16DCA9D5-E6EB-3B47-4873-DB1A23748825}"/>
              </a:ext>
            </a:extLst>
          </p:cNvPr>
          <p:cNvSpPr/>
          <p:nvPr/>
        </p:nvSpPr>
        <p:spPr>
          <a:xfrm>
            <a:off x="1706065" y="432247"/>
            <a:ext cx="1276147" cy="696113"/>
          </a:xfrm>
          <a:prstGeom prst="roundRect">
            <a:avLst>
              <a:gd name="adj" fmla="val 5000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Linux Libertine" panose="02000503000000000000" pitchFamily="2" charset="0"/>
                <a:ea typeface="Linux Libertine" panose="02000503000000000000" pitchFamily="2" charset="0"/>
                <a:cs typeface="Linux Libertine" panose="02000503000000000000" pitchFamily="2" charset="0"/>
              </a:rPr>
              <a:t>Constraint Learning</a:t>
            </a:r>
          </a:p>
          <a:p>
            <a:pPr algn="ctr"/>
            <a:r>
              <a:rPr lang="en-US" altLang="zh-CN" sz="1400" dirty="0">
                <a:solidFill>
                  <a:schemeClr val="tx1"/>
                </a:solidFill>
                <a:latin typeface="Linux Libertine" panose="02000503000000000000" pitchFamily="2" charset="0"/>
                <a:ea typeface="Linux Libertine" panose="02000503000000000000" pitchFamily="2" charset="0"/>
                <a:cs typeface="Linux Libertine" panose="02000503000000000000" pitchFamily="2" charset="0"/>
              </a:rPr>
              <a:t>Agent</a:t>
            </a:r>
            <a:endParaRPr lang="zh-CN" altLang="en-US" sz="1400" dirty="0">
              <a:solidFill>
                <a:schemeClr val="tx1"/>
              </a:solidFill>
              <a:latin typeface="Linux Libertine" panose="02000503000000000000" pitchFamily="2" charset="0"/>
              <a:cs typeface="Linux Libertine" panose="02000503000000000000" pitchFamily="2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B601573-B813-349E-9E17-FB382F8AF294}"/>
              </a:ext>
            </a:extLst>
          </p:cNvPr>
          <p:cNvSpPr txBox="1"/>
          <p:nvPr/>
        </p:nvSpPr>
        <p:spPr>
          <a:xfrm>
            <a:off x="3178823" y="1017658"/>
            <a:ext cx="135485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>
                <a:latin typeface="Linux Libertine" panose="02000503000000000000" pitchFamily="2" charset="0"/>
                <a:ea typeface="Linux Libertine" panose="02000503000000000000" pitchFamily="2" charset="0"/>
                <a:cs typeface="Linux Libertine" panose="02000503000000000000" pitchFamily="2" charset="0"/>
              </a:rPr>
              <a:t>Log Constraints</a:t>
            </a:r>
            <a:endParaRPr lang="zh-CN" altLang="en-US" sz="1400" dirty="0">
              <a:latin typeface="Linux Libertine" panose="02000503000000000000" pitchFamily="2" charset="0"/>
              <a:cs typeface="Linux Libertine" panose="02000503000000000000" pitchFamily="2" charset="0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C3968C4B-DA08-5CDA-800B-FCF809BEA163}"/>
              </a:ext>
            </a:extLst>
          </p:cNvPr>
          <p:cNvSpPr/>
          <p:nvPr/>
        </p:nvSpPr>
        <p:spPr>
          <a:xfrm>
            <a:off x="6485288" y="1685336"/>
            <a:ext cx="1276147" cy="696113"/>
          </a:xfrm>
          <a:prstGeom prst="roundRect">
            <a:avLst>
              <a:gd name="adj" fmla="val 5000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Linux Libertine" panose="02000503000000000000" pitchFamily="2" charset="0"/>
                <a:ea typeface="Linux Libertine" panose="02000503000000000000" pitchFamily="2" charset="0"/>
                <a:cs typeface="Linux Libertine" panose="02000503000000000000" pitchFamily="2" charset="0"/>
              </a:rPr>
              <a:t>Prompt Refinement Agent</a:t>
            </a:r>
            <a:endParaRPr lang="zh-CN" altLang="en-US" sz="1400" dirty="0">
              <a:solidFill>
                <a:schemeClr val="tx1"/>
              </a:solidFill>
              <a:latin typeface="Linux Libertine" panose="02000503000000000000" pitchFamily="2" charset="0"/>
              <a:cs typeface="Linux Libertine" panose="02000503000000000000" pitchFamily="2" charset="0"/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C7AD108B-5A3F-C322-AE20-0192053DD6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9020" y="568975"/>
            <a:ext cx="448683" cy="448683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96ED0BC3-1B1B-C66D-9D69-4DD37AC39B9C}"/>
              </a:ext>
            </a:extLst>
          </p:cNvPr>
          <p:cNvSpPr txBox="1"/>
          <p:nvPr/>
        </p:nvSpPr>
        <p:spPr>
          <a:xfrm>
            <a:off x="6526574" y="1055758"/>
            <a:ext cx="11935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Linux Libertine" panose="02000503000000000000" pitchFamily="2" charset="0"/>
                <a:ea typeface="Linux Libertine" panose="02000503000000000000" pitchFamily="2" charset="0"/>
                <a:cs typeface="Linux Libertine" panose="02000503000000000000" pitchFamily="2" charset="0"/>
              </a:rPr>
              <a:t>LLM Prompts</a:t>
            </a:r>
            <a:endParaRPr lang="zh-CN" altLang="en-US" sz="1400" dirty="0">
              <a:latin typeface="Linux Libertine" panose="02000503000000000000" pitchFamily="2" charset="0"/>
              <a:cs typeface="Linux Libertine" panose="02000503000000000000" pitchFamily="2" charset="0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4257D95-82A5-0BDE-0835-1116AD3E2C2B}"/>
              </a:ext>
            </a:extLst>
          </p:cNvPr>
          <p:cNvCxnSpPr>
            <a:cxnSpLocks/>
          </p:cNvCxnSpPr>
          <p:nvPr/>
        </p:nvCxnSpPr>
        <p:spPr>
          <a:xfrm>
            <a:off x="1158467" y="739781"/>
            <a:ext cx="40005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9F1D057-6292-A8D4-5E0A-45F7E3E12C85}"/>
              </a:ext>
            </a:extLst>
          </p:cNvPr>
          <p:cNvCxnSpPr>
            <a:cxnSpLocks/>
          </p:cNvCxnSpPr>
          <p:nvPr/>
        </p:nvCxnSpPr>
        <p:spPr>
          <a:xfrm>
            <a:off x="3051499" y="739781"/>
            <a:ext cx="40005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>
            <a:extLst>
              <a:ext uri="{FF2B5EF4-FFF2-40B4-BE49-F238E27FC236}">
                <a16:creationId xmlns:a16="http://schemas.microsoft.com/office/drawing/2014/main" id="{BDA5939E-CFC9-7CA0-DBA8-6C6D809ED1E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0858" y="1009620"/>
            <a:ext cx="952500" cy="952500"/>
          </a:xfrm>
          <a:prstGeom prst="rect">
            <a:avLst/>
          </a:prstGeom>
        </p:spPr>
      </p:pic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56ED2DAB-0707-DA7F-FAB7-5E6946E95A24}"/>
              </a:ext>
            </a:extLst>
          </p:cNvPr>
          <p:cNvCxnSpPr>
            <a:cxnSpLocks/>
          </p:cNvCxnSpPr>
          <p:nvPr/>
        </p:nvCxnSpPr>
        <p:spPr>
          <a:xfrm>
            <a:off x="884239" y="1279268"/>
            <a:ext cx="0" cy="214640"/>
          </a:xfrm>
          <a:prstGeom prst="line">
            <a:avLst/>
          </a:prstGeom>
          <a:ln w="28575">
            <a:solidFill>
              <a:schemeClr val="tx1"/>
            </a:solidFill>
            <a:tailEnd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705599D1-8DF6-1CB8-D101-738EB23B7DF7}"/>
              </a:ext>
            </a:extLst>
          </p:cNvPr>
          <p:cNvCxnSpPr>
            <a:cxnSpLocks/>
          </p:cNvCxnSpPr>
          <p:nvPr/>
        </p:nvCxnSpPr>
        <p:spPr>
          <a:xfrm>
            <a:off x="884239" y="1493908"/>
            <a:ext cx="2981911" cy="0"/>
          </a:xfrm>
          <a:prstGeom prst="line">
            <a:avLst/>
          </a:prstGeom>
          <a:ln w="28575">
            <a:solidFill>
              <a:schemeClr val="tx1"/>
            </a:solidFill>
            <a:tailEnd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B2F97F96-C54A-E6AA-BA4C-7C15851C47E1}"/>
              </a:ext>
            </a:extLst>
          </p:cNvPr>
          <p:cNvCxnSpPr>
            <a:cxnSpLocks/>
            <a:endCxn id="14" idx="2"/>
          </p:cNvCxnSpPr>
          <p:nvPr/>
        </p:nvCxnSpPr>
        <p:spPr>
          <a:xfrm flipH="1" flipV="1">
            <a:off x="3856252" y="1325435"/>
            <a:ext cx="2522" cy="178001"/>
          </a:xfrm>
          <a:prstGeom prst="line">
            <a:avLst/>
          </a:prstGeom>
          <a:ln w="28575">
            <a:solidFill>
              <a:schemeClr val="tx1"/>
            </a:solidFill>
            <a:tailEnd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2D04E7A3-9F0A-4609-3F81-421F402F7E40}"/>
              </a:ext>
            </a:extLst>
          </p:cNvPr>
          <p:cNvCxnSpPr>
            <a:cxnSpLocks/>
            <a:endCxn id="8" idx="0"/>
          </p:cNvCxnSpPr>
          <p:nvPr/>
        </p:nvCxnSpPr>
        <p:spPr>
          <a:xfrm>
            <a:off x="2344138" y="1503436"/>
            <a:ext cx="1" cy="184111"/>
          </a:xfrm>
          <a:prstGeom prst="straightConnector1">
            <a:avLst/>
          </a:prstGeom>
          <a:ln w="28575">
            <a:solidFill>
              <a:schemeClr val="tx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F91D3572-4459-D675-B284-7DD1637FF1B3}"/>
              </a:ext>
            </a:extLst>
          </p:cNvPr>
          <p:cNvCxnSpPr>
            <a:cxnSpLocks/>
            <a:stCxn id="8" idx="3"/>
          </p:cNvCxnSpPr>
          <p:nvPr/>
        </p:nvCxnSpPr>
        <p:spPr>
          <a:xfrm flipV="1">
            <a:off x="2982212" y="2035603"/>
            <a:ext cx="561080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5EA8D2E0-3B9B-1FE2-66A5-540394DA386A}"/>
              </a:ext>
            </a:extLst>
          </p:cNvPr>
          <p:cNvCxnSpPr>
            <a:cxnSpLocks/>
          </p:cNvCxnSpPr>
          <p:nvPr/>
        </p:nvCxnSpPr>
        <p:spPr>
          <a:xfrm flipH="1">
            <a:off x="579617" y="1279268"/>
            <a:ext cx="1" cy="1460763"/>
          </a:xfrm>
          <a:prstGeom prst="line">
            <a:avLst/>
          </a:prstGeom>
          <a:ln w="28575">
            <a:solidFill>
              <a:schemeClr val="tx1"/>
            </a:solidFill>
            <a:tailEnd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C85D1EDA-715B-3854-40DA-C5A3EE47F6A2}"/>
              </a:ext>
            </a:extLst>
          </p:cNvPr>
          <p:cNvCxnSpPr>
            <a:cxnSpLocks/>
          </p:cNvCxnSpPr>
          <p:nvPr/>
        </p:nvCxnSpPr>
        <p:spPr>
          <a:xfrm>
            <a:off x="579617" y="2740031"/>
            <a:ext cx="6543744" cy="0"/>
          </a:xfrm>
          <a:prstGeom prst="line">
            <a:avLst/>
          </a:prstGeom>
          <a:ln w="28575">
            <a:solidFill>
              <a:schemeClr val="tx1"/>
            </a:solidFill>
            <a:tailEnd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4" name="Straight Connector 1023">
            <a:extLst>
              <a:ext uri="{FF2B5EF4-FFF2-40B4-BE49-F238E27FC236}">
                <a16:creationId xmlns:a16="http://schemas.microsoft.com/office/drawing/2014/main" id="{799DCD51-3578-6207-94E1-65438D742C89}"/>
              </a:ext>
            </a:extLst>
          </p:cNvPr>
          <p:cNvCxnSpPr>
            <a:cxnSpLocks/>
          </p:cNvCxnSpPr>
          <p:nvPr/>
        </p:nvCxnSpPr>
        <p:spPr>
          <a:xfrm>
            <a:off x="3856252" y="2549531"/>
            <a:ext cx="0" cy="190500"/>
          </a:xfrm>
          <a:prstGeom prst="line">
            <a:avLst/>
          </a:prstGeom>
          <a:ln w="28575">
            <a:solidFill>
              <a:schemeClr val="tx1"/>
            </a:solidFill>
            <a:tailEnd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7" name="Straight Arrow Connector 1026">
            <a:extLst>
              <a:ext uri="{FF2B5EF4-FFF2-40B4-BE49-F238E27FC236}">
                <a16:creationId xmlns:a16="http://schemas.microsoft.com/office/drawing/2014/main" id="{4E9A0B86-9DF7-CB79-658E-678E7F8BC48D}"/>
              </a:ext>
            </a:extLst>
          </p:cNvPr>
          <p:cNvCxnSpPr>
            <a:cxnSpLocks/>
          </p:cNvCxnSpPr>
          <p:nvPr/>
        </p:nvCxnSpPr>
        <p:spPr>
          <a:xfrm flipV="1">
            <a:off x="7123361" y="2406656"/>
            <a:ext cx="0" cy="333375"/>
          </a:xfrm>
          <a:prstGeom prst="straightConnector1">
            <a:avLst/>
          </a:prstGeom>
          <a:ln w="28575">
            <a:solidFill>
              <a:schemeClr val="tx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1" name="Straight Arrow Connector 1030">
            <a:extLst>
              <a:ext uri="{FF2B5EF4-FFF2-40B4-BE49-F238E27FC236}">
                <a16:creationId xmlns:a16="http://schemas.microsoft.com/office/drawing/2014/main" id="{AFA7147B-1BCD-496E-7280-2DBF6ED1B25A}"/>
              </a:ext>
            </a:extLst>
          </p:cNvPr>
          <p:cNvCxnSpPr>
            <a:cxnSpLocks/>
          </p:cNvCxnSpPr>
          <p:nvPr/>
        </p:nvCxnSpPr>
        <p:spPr>
          <a:xfrm flipV="1">
            <a:off x="7123361" y="1363535"/>
            <a:ext cx="0" cy="307416"/>
          </a:xfrm>
          <a:prstGeom prst="straightConnector1">
            <a:avLst/>
          </a:prstGeom>
          <a:ln w="28575">
            <a:solidFill>
              <a:schemeClr val="tx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3" name="Straight Connector 1032">
            <a:extLst>
              <a:ext uri="{FF2B5EF4-FFF2-40B4-BE49-F238E27FC236}">
                <a16:creationId xmlns:a16="http://schemas.microsoft.com/office/drawing/2014/main" id="{2A24C6D1-03D5-AC94-5D01-BF8CE747977C}"/>
              </a:ext>
            </a:extLst>
          </p:cNvPr>
          <p:cNvCxnSpPr>
            <a:cxnSpLocks/>
          </p:cNvCxnSpPr>
          <p:nvPr/>
        </p:nvCxnSpPr>
        <p:spPr>
          <a:xfrm flipH="1">
            <a:off x="2344138" y="139706"/>
            <a:ext cx="4779223" cy="0"/>
          </a:xfrm>
          <a:prstGeom prst="line">
            <a:avLst/>
          </a:prstGeom>
          <a:ln w="28575">
            <a:solidFill>
              <a:schemeClr val="tx1"/>
            </a:solidFill>
            <a:tailEnd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5" name="Straight Arrow Connector 1034">
            <a:extLst>
              <a:ext uri="{FF2B5EF4-FFF2-40B4-BE49-F238E27FC236}">
                <a16:creationId xmlns:a16="http://schemas.microsoft.com/office/drawing/2014/main" id="{BDEEAE66-669B-2156-EE10-D06AB1BBCDE7}"/>
              </a:ext>
            </a:extLst>
          </p:cNvPr>
          <p:cNvCxnSpPr>
            <a:cxnSpLocks/>
          </p:cNvCxnSpPr>
          <p:nvPr/>
        </p:nvCxnSpPr>
        <p:spPr>
          <a:xfrm>
            <a:off x="2344138" y="139706"/>
            <a:ext cx="0" cy="287114"/>
          </a:xfrm>
          <a:prstGeom prst="straightConnector1">
            <a:avLst/>
          </a:prstGeom>
          <a:ln w="28575">
            <a:solidFill>
              <a:schemeClr val="tx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7" name="Straight Connector 1036">
            <a:extLst>
              <a:ext uri="{FF2B5EF4-FFF2-40B4-BE49-F238E27FC236}">
                <a16:creationId xmlns:a16="http://schemas.microsoft.com/office/drawing/2014/main" id="{10A610A2-917A-E238-495A-3161484F13F4}"/>
              </a:ext>
            </a:extLst>
          </p:cNvPr>
          <p:cNvCxnSpPr>
            <a:cxnSpLocks/>
          </p:cNvCxnSpPr>
          <p:nvPr/>
        </p:nvCxnSpPr>
        <p:spPr>
          <a:xfrm flipV="1">
            <a:off x="7123361" y="139706"/>
            <a:ext cx="0" cy="287114"/>
          </a:xfrm>
          <a:prstGeom prst="line">
            <a:avLst/>
          </a:prstGeom>
          <a:ln w="28575">
            <a:solidFill>
              <a:schemeClr val="tx1"/>
            </a:solidFill>
            <a:tailEnd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9" name="TextBox 1048">
            <a:extLst>
              <a:ext uri="{FF2B5EF4-FFF2-40B4-BE49-F238E27FC236}">
                <a16:creationId xmlns:a16="http://schemas.microsoft.com/office/drawing/2014/main" id="{8FB63972-7B5E-3EAD-5762-A80690AA9FDD}"/>
              </a:ext>
            </a:extLst>
          </p:cNvPr>
          <p:cNvSpPr txBox="1"/>
          <p:nvPr/>
        </p:nvSpPr>
        <p:spPr>
          <a:xfrm>
            <a:off x="4999785" y="1890980"/>
            <a:ext cx="8146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 dirty="0">
                <a:latin typeface="Linux Libertine" panose="02000503000000000000" pitchFamily="2" charset="0"/>
                <a:ea typeface="Linux Libertine" panose="02000503000000000000" pitchFamily="2" charset="0"/>
                <a:cs typeface="Linux Libertine" panose="02000503000000000000" pitchFamily="2" charset="0"/>
              </a:rPr>
              <a:t>Iteration</a:t>
            </a:r>
            <a:endParaRPr lang="zh-CN" altLang="en-US" sz="1400" dirty="0">
              <a:latin typeface="Linux Libertine" panose="02000503000000000000" pitchFamily="2" charset="0"/>
              <a:cs typeface="Linux Libertine" panose="020005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885987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63</TotalTime>
  <Words>18</Words>
  <Application>Microsoft Office PowerPoint</Application>
  <PresentationFormat>Custom</PresentationFormat>
  <Paragraphs>10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Linux Libertine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Wenjie Zhang</dc:creator>
  <cp:lastModifiedBy>Wenjie Zhang</cp:lastModifiedBy>
  <cp:revision>25</cp:revision>
  <dcterms:created xsi:type="dcterms:W3CDTF">2025-09-11T01:43:08Z</dcterms:created>
  <dcterms:modified xsi:type="dcterms:W3CDTF">2025-09-14T10:47:37Z</dcterms:modified>
</cp:coreProperties>
</file>