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1160125" cy="14398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34" d="100"/>
          <a:sy n="134" d="100"/>
        </p:scale>
        <p:origin x="144" y="16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16" y="235644"/>
            <a:ext cx="8370094" cy="501286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756262"/>
            <a:ext cx="8370094" cy="347633"/>
          </a:xfrm>
        </p:spPr>
        <p:txBody>
          <a:bodyPr/>
          <a:lstStyle>
            <a:lvl1pPr marL="0" indent="0" algn="ctr">
              <a:buNone/>
              <a:defRPr sz="504"/>
            </a:lvl1pPr>
            <a:lvl2pPr marL="96012" indent="0" algn="ctr">
              <a:buNone/>
              <a:defRPr sz="420"/>
            </a:lvl2pPr>
            <a:lvl3pPr marL="192024" indent="0" algn="ctr">
              <a:buNone/>
              <a:defRPr sz="378"/>
            </a:lvl3pPr>
            <a:lvl4pPr marL="288036" indent="0" algn="ctr">
              <a:buNone/>
              <a:defRPr sz="336"/>
            </a:lvl4pPr>
            <a:lvl5pPr marL="384048" indent="0" algn="ctr">
              <a:buNone/>
              <a:defRPr sz="336"/>
            </a:lvl5pPr>
            <a:lvl6pPr marL="480060" indent="0" algn="ctr">
              <a:buNone/>
              <a:defRPr sz="336"/>
            </a:lvl6pPr>
            <a:lvl7pPr marL="576072" indent="0" algn="ctr">
              <a:buNone/>
              <a:defRPr sz="336"/>
            </a:lvl7pPr>
            <a:lvl8pPr marL="672084" indent="0" algn="ctr">
              <a:buNone/>
              <a:defRPr sz="336"/>
            </a:lvl8pPr>
            <a:lvl9pPr marL="768096" indent="0" algn="ctr">
              <a:buNone/>
              <a:defRPr sz="336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62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386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6" y="358966"/>
            <a:ext cx="9625608" cy="59894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6" y="963575"/>
            <a:ext cx="9625608" cy="314970"/>
          </a:xfrm>
        </p:spPr>
        <p:txBody>
          <a:bodyPr/>
          <a:lstStyle>
            <a:lvl1pPr marL="0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1pPr>
            <a:lvl2pPr marL="96012" indent="0">
              <a:buNone/>
              <a:defRPr sz="420">
                <a:solidFill>
                  <a:schemeClr val="tx1">
                    <a:tint val="82000"/>
                  </a:schemeClr>
                </a:solidFill>
              </a:defRPr>
            </a:lvl2pPr>
            <a:lvl3pPr marL="19202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3pPr>
            <a:lvl4pPr marL="28803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4pPr>
            <a:lvl5pPr marL="384048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5pPr>
            <a:lvl6pPr marL="480060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6pPr>
            <a:lvl7pPr marL="576072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7pPr>
            <a:lvl8pPr marL="672084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8pPr>
            <a:lvl9pPr marL="768096" indent="0">
              <a:buNone/>
              <a:defRPr sz="33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902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383297"/>
            <a:ext cx="4743053" cy="913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383297"/>
            <a:ext cx="4743053" cy="91358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103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76659"/>
            <a:ext cx="9625608" cy="278307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2" y="352967"/>
            <a:ext cx="4721256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2" y="525950"/>
            <a:ext cx="4721256" cy="77359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3" y="352967"/>
            <a:ext cx="4744507" cy="172983"/>
          </a:xfrm>
        </p:spPr>
        <p:txBody>
          <a:bodyPr anchor="b"/>
          <a:lstStyle>
            <a:lvl1pPr marL="0" indent="0">
              <a:buNone/>
              <a:defRPr sz="504" b="1"/>
            </a:lvl1pPr>
            <a:lvl2pPr marL="96012" indent="0">
              <a:buNone/>
              <a:defRPr sz="420" b="1"/>
            </a:lvl2pPr>
            <a:lvl3pPr marL="192024" indent="0">
              <a:buNone/>
              <a:defRPr sz="378" b="1"/>
            </a:lvl3pPr>
            <a:lvl4pPr marL="288036" indent="0">
              <a:buNone/>
              <a:defRPr sz="336" b="1"/>
            </a:lvl4pPr>
            <a:lvl5pPr marL="384048" indent="0">
              <a:buNone/>
              <a:defRPr sz="336" b="1"/>
            </a:lvl5pPr>
            <a:lvl6pPr marL="480060" indent="0">
              <a:buNone/>
              <a:defRPr sz="336" b="1"/>
            </a:lvl6pPr>
            <a:lvl7pPr marL="576072" indent="0">
              <a:buNone/>
              <a:defRPr sz="336" b="1"/>
            </a:lvl7pPr>
            <a:lvl8pPr marL="672084" indent="0">
              <a:buNone/>
              <a:defRPr sz="336" b="1"/>
            </a:lvl8pPr>
            <a:lvl9pPr marL="768096" indent="0">
              <a:buNone/>
              <a:defRPr sz="336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3" y="525950"/>
            <a:ext cx="4744507" cy="773593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8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414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34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95991"/>
            <a:ext cx="3599430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207314"/>
            <a:ext cx="5649813" cy="1023236"/>
          </a:xfrm>
        </p:spPr>
        <p:txBody>
          <a:bodyPr/>
          <a:lstStyle>
            <a:lvl1pPr>
              <a:defRPr sz="672"/>
            </a:lvl1pPr>
            <a:lvl2pPr>
              <a:defRPr sz="588"/>
            </a:lvl2pPr>
            <a:lvl3pPr>
              <a:defRPr sz="504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431959"/>
            <a:ext cx="3599430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314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95991"/>
            <a:ext cx="3599430" cy="335968"/>
          </a:xfrm>
        </p:spPr>
        <p:txBody>
          <a:bodyPr anchor="b"/>
          <a:lstStyle>
            <a:lvl1pPr>
              <a:defRPr sz="672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207314"/>
            <a:ext cx="5649813" cy="1023236"/>
          </a:xfrm>
        </p:spPr>
        <p:txBody>
          <a:bodyPr anchor="t"/>
          <a:lstStyle>
            <a:lvl1pPr marL="0" indent="0">
              <a:buNone/>
              <a:defRPr sz="672"/>
            </a:lvl1pPr>
            <a:lvl2pPr marL="96012" indent="0">
              <a:buNone/>
              <a:defRPr sz="588"/>
            </a:lvl2pPr>
            <a:lvl3pPr marL="192024" indent="0">
              <a:buNone/>
              <a:defRPr sz="504"/>
            </a:lvl3pPr>
            <a:lvl4pPr marL="288036" indent="0">
              <a:buNone/>
              <a:defRPr sz="420"/>
            </a:lvl4pPr>
            <a:lvl5pPr marL="384048" indent="0">
              <a:buNone/>
              <a:defRPr sz="420"/>
            </a:lvl5pPr>
            <a:lvl6pPr marL="480060" indent="0">
              <a:buNone/>
              <a:defRPr sz="420"/>
            </a:lvl6pPr>
            <a:lvl7pPr marL="576072" indent="0">
              <a:buNone/>
              <a:defRPr sz="420"/>
            </a:lvl7pPr>
            <a:lvl8pPr marL="672084" indent="0">
              <a:buNone/>
              <a:defRPr sz="420"/>
            </a:lvl8pPr>
            <a:lvl9pPr marL="768096" indent="0">
              <a:buNone/>
              <a:defRPr sz="42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431959"/>
            <a:ext cx="3599430" cy="800257"/>
          </a:xfrm>
        </p:spPr>
        <p:txBody>
          <a:bodyPr/>
          <a:lstStyle>
            <a:lvl1pPr marL="0" indent="0">
              <a:buNone/>
              <a:defRPr sz="336"/>
            </a:lvl1pPr>
            <a:lvl2pPr marL="96012" indent="0">
              <a:buNone/>
              <a:defRPr sz="294"/>
            </a:lvl2pPr>
            <a:lvl3pPr marL="192024" indent="0">
              <a:buNone/>
              <a:defRPr sz="252"/>
            </a:lvl3pPr>
            <a:lvl4pPr marL="288036" indent="0">
              <a:buNone/>
              <a:defRPr sz="210"/>
            </a:lvl4pPr>
            <a:lvl5pPr marL="384048" indent="0">
              <a:buNone/>
              <a:defRPr sz="210"/>
            </a:lvl5pPr>
            <a:lvl6pPr marL="480060" indent="0">
              <a:buNone/>
              <a:defRPr sz="210"/>
            </a:lvl6pPr>
            <a:lvl7pPr marL="576072" indent="0">
              <a:buNone/>
              <a:defRPr sz="210"/>
            </a:lvl7pPr>
            <a:lvl8pPr marL="672084" indent="0">
              <a:buNone/>
              <a:defRPr sz="210"/>
            </a:lvl8pPr>
            <a:lvl9pPr marL="768096" indent="0">
              <a:buNone/>
              <a:defRPr sz="21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622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84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4" y="76660"/>
            <a:ext cx="2406402" cy="1220217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76660"/>
            <a:ext cx="7079704" cy="1220217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601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76659"/>
            <a:ext cx="9625608" cy="2783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383297"/>
            <a:ext cx="9625608" cy="913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1334540"/>
            <a:ext cx="251102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46255-81CC-4ADD-A71E-3E33CE138DE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1334540"/>
            <a:ext cx="3766542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1334540"/>
            <a:ext cx="2511028" cy="766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D4E93-DE36-4B1A-922E-3BC67A04F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92024" rtl="0" eaLnBrk="1" latinLnBrk="0" hangingPunct="1">
        <a:lnSpc>
          <a:spcPct val="90000"/>
        </a:lnSpc>
        <a:spcBef>
          <a:spcPct val="0"/>
        </a:spcBef>
        <a:buNone/>
        <a:defRPr sz="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6" indent="-48006" algn="l" defTabSz="192024" rtl="0" eaLnBrk="1" latinLnBrk="0" hangingPunct="1">
        <a:lnSpc>
          <a:spcPct val="90000"/>
        </a:lnSpc>
        <a:spcBef>
          <a:spcPts val="210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604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432054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528066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624078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816102" indent="-48006" algn="l" defTabSz="192024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1pPr>
      <a:lvl2pPr marL="9601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9202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3pPr>
      <a:lvl4pPr marL="28803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4pPr>
      <a:lvl5pPr marL="384048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6pPr>
      <a:lvl7pPr marL="576072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7pPr>
      <a:lvl8pPr marL="672084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8pPr>
      <a:lvl9pPr marL="768096" algn="l" defTabSz="192024" rtl="0" eaLnBrk="1" latinLnBrk="0" hangingPunct="1">
        <a:defRPr sz="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05E071AC-9974-FAFF-EB38-62E76517A424}"/>
              </a:ext>
            </a:extLst>
          </p:cNvPr>
          <p:cNvGrpSpPr/>
          <p:nvPr/>
        </p:nvGrpSpPr>
        <p:grpSpPr>
          <a:xfrm>
            <a:off x="66079" y="324073"/>
            <a:ext cx="11027971" cy="879592"/>
            <a:chOff x="89466" y="1259472"/>
            <a:chExt cx="11027971" cy="879593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A353D7A-FA04-E04B-E5F7-937A7259ECC1}"/>
                </a:ext>
              </a:extLst>
            </p:cNvPr>
            <p:cNvGrpSpPr/>
            <p:nvPr/>
          </p:nvGrpSpPr>
          <p:grpSpPr>
            <a:xfrm>
              <a:off x="89466" y="1327490"/>
              <a:ext cx="1158203" cy="811575"/>
              <a:chOff x="89466" y="1327490"/>
              <a:chExt cx="1158203" cy="81157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E9D60B3-389D-ACB3-0BD3-0D408A956A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23625" y="1327490"/>
                <a:ext cx="489885" cy="489885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89F6202-1174-A362-885B-AF48B5DF2B02}"/>
                  </a:ext>
                </a:extLst>
              </p:cNvPr>
              <p:cNvSpPr txBox="1"/>
              <p:nvPr/>
            </p:nvSpPr>
            <p:spPr>
              <a:xfrm>
                <a:off x="89466" y="1831417"/>
                <a:ext cx="1158203" cy="307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399" dirty="0"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Normal Logs</a:t>
                </a:r>
                <a:endParaRPr lang="zh-CN" altLang="en-US" sz="1399" dirty="0">
                  <a:latin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</p:grp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C92CBBF0-B466-8E7E-D22A-620B3E4A6141}"/>
                </a:ext>
              </a:extLst>
            </p:cNvPr>
            <p:cNvSpPr/>
            <p:nvPr/>
          </p:nvSpPr>
          <p:spPr>
            <a:xfrm>
              <a:off x="1636917" y="1277013"/>
              <a:ext cx="1276147" cy="59083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99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Frequency Analysis</a:t>
              </a:r>
              <a:endParaRPr lang="zh-CN" altLang="en-US" sz="1399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8FFF1B4-5319-8C85-D506-DBA445BF00C9}"/>
                </a:ext>
              </a:extLst>
            </p:cNvPr>
            <p:cNvCxnSpPr>
              <a:cxnSpLocks/>
            </p:cNvCxnSpPr>
            <p:nvPr/>
          </p:nvCxnSpPr>
          <p:spPr>
            <a:xfrm>
              <a:off x="1089319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72BD99D-D12B-E604-F790-31D6DF66F511}"/>
                </a:ext>
              </a:extLst>
            </p:cNvPr>
            <p:cNvCxnSpPr>
              <a:cxnSpLocks/>
            </p:cNvCxnSpPr>
            <p:nvPr/>
          </p:nvCxnSpPr>
          <p:spPr>
            <a:xfrm>
              <a:off x="2982351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94E2C708-5FF8-4A2B-D3E0-DD55D20F9410}"/>
                </a:ext>
              </a:extLst>
            </p:cNvPr>
            <p:cNvGrpSpPr/>
            <p:nvPr/>
          </p:nvGrpSpPr>
          <p:grpSpPr>
            <a:xfrm>
              <a:off x="3043158" y="1334308"/>
              <a:ext cx="1487908" cy="804757"/>
              <a:chOff x="3043158" y="1334308"/>
              <a:chExt cx="1487908" cy="804757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2DD53E6-5CAF-5154-AFC5-4761DA2B3D3A}"/>
                  </a:ext>
                </a:extLst>
              </p:cNvPr>
              <p:cNvSpPr txBox="1"/>
              <p:nvPr/>
            </p:nvSpPr>
            <p:spPr>
              <a:xfrm>
                <a:off x="3043158" y="1831417"/>
                <a:ext cx="1487908" cy="307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399" dirty="0"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API Relationships</a:t>
                </a:r>
                <a:endParaRPr lang="zh-CN" altLang="en-US" sz="1399" dirty="0">
                  <a:latin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A94F9637-A72E-FEC0-4964-862E7ECF32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48987" y="1334308"/>
                <a:ext cx="476249" cy="476249"/>
              </a:xfrm>
              <a:prstGeom prst="rect">
                <a:avLst/>
              </a:prstGeom>
            </p:spPr>
          </p:pic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4187CB22-0342-4231-1546-8C31FEE9BC42}"/>
                </a:ext>
              </a:extLst>
            </p:cNvPr>
            <p:cNvCxnSpPr>
              <a:cxnSpLocks/>
            </p:cNvCxnSpPr>
            <p:nvPr/>
          </p:nvCxnSpPr>
          <p:spPr>
            <a:xfrm>
              <a:off x="4343302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19B6A4E6-9C29-F478-A937-EDF6734C0E14}"/>
                </a:ext>
              </a:extLst>
            </p:cNvPr>
            <p:cNvSpPr/>
            <p:nvPr/>
          </p:nvSpPr>
          <p:spPr>
            <a:xfrm>
              <a:off x="4898278" y="1277013"/>
              <a:ext cx="1487908" cy="590837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99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Field Clustering</a:t>
              </a:r>
              <a:endParaRPr lang="zh-CN" altLang="en-US" sz="1399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2DDB29E-B11B-81A2-9BBE-876CACA18222}"/>
                </a:ext>
              </a:extLst>
            </p:cNvPr>
            <p:cNvGrpSpPr/>
            <p:nvPr/>
          </p:nvGrpSpPr>
          <p:grpSpPr>
            <a:xfrm>
              <a:off x="6521936" y="1327490"/>
              <a:ext cx="1382542" cy="811575"/>
              <a:chOff x="6826736" y="1327490"/>
              <a:chExt cx="1382542" cy="81157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B6A3681-965F-807B-ACBC-3A42D9638E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273065" y="1327490"/>
                <a:ext cx="489885" cy="489885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C72404-062F-1B59-B8A6-5DB215FF7F79}"/>
                  </a:ext>
                </a:extLst>
              </p:cNvPr>
              <p:cNvSpPr txBox="1"/>
              <p:nvPr/>
            </p:nvSpPr>
            <p:spPr>
              <a:xfrm>
                <a:off x="6826736" y="1831417"/>
                <a:ext cx="1382542" cy="307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399" dirty="0"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Structural Logs</a:t>
                </a:r>
                <a:endParaRPr lang="zh-CN" altLang="en-US" sz="1399" dirty="0">
                  <a:latin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</p:grp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7EDEF692-40A9-5520-4E9F-20A73285D74E}"/>
                </a:ext>
              </a:extLst>
            </p:cNvPr>
            <p:cNvCxnSpPr>
              <a:cxnSpLocks/>
            </p:cNvCxnSpPr>
            <p:nvPr/>
          </p:nvCxnSpPr>
          <p:spPr>
            <a:xfrm>
              <a:off x="6465481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7CC53F3F-C6C0-E302-8675-4403B9468D86}"/>
                </a:ext>
              </a:extLst>
            </p:cNvPr>
            <p:cNvCxnSpPr>
              <a:cxnSpLocks/>
            </p:cNvCxnSpPr>
            <p:nvPr/>
          </p:nvCxnSpPr>
          <p:spPr>
            <a:xfrm>
              <a:off x="7584731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DF650CF-062D-E7B6-90DE-7452CE94179B}"/>
                </a:ext>
              </a:extLst>
            </p:cNvPr>
            <p:cNvGrpSpPr/>
            <p:nvPr/>
          </p:nvGrpSpPr>
          <p:grpSpPr>
            <a:xfrm>
              <a:off x="9762579" y="1259472"/>
              <a:ext cx="1354858" cy="879592"/>
              <a:chOff x="10553154" y="1259472"/>
              <a:chExt cx="1354858" cy="879592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8B2CD14-6012-AB7C-D2E2-B87CA983EF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917622" y="1259472"/>
                <a:ext cx="625921" cy="625921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37D4C0-2CE6-45EA-76DE-D450374982C8}"/>
                  </a:ext>
                </a:extLst>
              </p:cNvPr>
              <p:cNvSpPr txBox="1"/>
              <p:nvPr/>
            </p:nvSpPr>
            <p:spPr>
              <a:xfrm>
                <a:off x="10553154" y="1831416"/>
                <a:ext cx="1354858" cy="3076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399" dirty="0">
                    <a:latin typeface="Linux Libertine" panose="02000503000000000000" pitchFamily="2" charset="0"/>
                    <a:ea typeface="Linux Libertine" panose="02000503000000000000" pitchFamily="2" charset="0"/>
                    <a:cs typeface="Linux Libertine" panose="02000503000000000000" pitchFamily="2" charset="0"/>
                  </a:rPr>
                  <a:t>Log Constraints</a:t>
                </a:r>
                <a:endParaRPr lang="zh-CN" altLang="en-US" sz="1399" dirty="0">
                  <a:latin typeface="Linux Libertine" panose="02000503000000000000" pitchFamily="2" charset="0"/>
                  <a:cs typeface="Linux Libertine" panose="02000503000000000000" pitchFamily="2" charset="0"/>
                </a:endParaRPr>
              </a:p>
            </p:txBody>
          </p:sp>
        </p:grp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98EA995-3392-1C55-11F0-D8C19450AFF5}"/>
                </a:ext>
              </a:extLst>
            </p:cNvPr>
            <p:cNvCxnSpPr>
              <a:cxnSpLocks/>
            </p:cNvCxnSpPr>
            <p:nvPr/>
          </p:nvCxnSpPr>
          <p:spPr>
            <a:xfrm>
              <a:off x="9508781" y="1572432"/>
              <a:ext cx="40005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806B9957-3703-689D-9057-6760F2D0A8D3}"/>
                </a:ext>
              </a:extLst>
            </p:cNvPr>
            <p:cNvSpPr/>
            <p:nvPr/>
          </p:nvSpPr>
          <p:spPr>
            <a:xfrm>
              <a:off x="8106792" y="1277013"/>
              <a:ext cx="1276147" cy="590838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99" dirty="0">
                  <a:solidFill>
                    <a:schemeClr val="tx1"/>
                  </a:solidFill>
                  <a:latin typeface="Linux Libertine" panose="02000503000000000000" pitchFamily="2" charset="0"/>
                  <a:ea typeface="Linux Libertine" panose="02000503000000000000" pitchFamily="2" charset="0"/>
                  <a:cs typeface="Linux Libertine" panose="02000503000000000000" pitchFamily="2" charset="0"/>
                </a:rPr>
                <a:t>Constraint Generation</a:t>
              </a:r>
              <a:endParaRPr lang="zh-CN" altLang="en-US" sz="1399" dirty="0">
                <a:solidFill>
                  <a:schemeClr val="tx1"/>
                </a:solidFill>
                <a:latin typeface="Linux Libertine" panose="02000503000000000000" pitchFamily="2" charset="0"/>
                <a:cs typeface="Linux Libertine" panose="02000503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8978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14</Words>
  <Application>Microsoft Office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Linux Libertine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Wenjie Zhang</dc:creator>
  <cp:lastModifiedBy>Wenjie Zhang</cp:lastModifiedBy>
  <cp:revision>19</cp:revision>
  <dcterms:created xsi:type="dcterms:W3CDTF">2025-09-11T02:30:04Z</dcterms:created>
  <dcterms:modified xsi:type="dcterms:W3CDTF">2025-09-11T03:08:54Z</dcterms:modified>
</cp:coreProperties>
</file>