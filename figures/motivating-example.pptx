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</p:sldIdLst>
  <p:sldSz cx="10080625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864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412312"/>
            <a:ext cx="7560469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1323249"/>
            <a:ext cx="7560469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612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593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628091"/>
            <a:ext cx="8694539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1685991"/>
            <a:ext cx="8694539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82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56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670664"/>
            <a:ext cx="4284266" cy="159851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670664"/>
            <a:ext cx="4284266" cy="159851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241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34133"/>
            <a:ext cx="8694539" cy="48696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617594"/>
            <a:ext cx="4264576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920267"/>
            <a:ext cx="4264576" cy="135357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617594"/>
            <a:ext cx="4285579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920267"/>
            <a:ext cx="4285579" cy="135357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672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41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477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67958"/>
            <a:ext cx="3251264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362742"/>
            <a:ext cx="5103316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755809"/>
            <a:ext cx="3251264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67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67958"/>
            <a:ext cx="3251264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362742"/>
            <a:ext cx="5103316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755809"/>
            <a:ext cx="3251264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236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71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134133"/>
            <a:ext cx="2173635" cy="2135044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134133"/>
            <a:ext cx="6394896" cy="2135044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02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134133"/>
            <a:ext cx="8694539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670664"/>
            <a:ext cx="8694539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2335076"/>
            <a:ext cx="2268141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53DC8-B8B9-43A2-8436-2DA55E45D40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2335076"/>
            <a:ext cx="3402211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2335076"/>
            <a:ext cx="2268141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927650-9AC2-47EB-90D7-31C374BE2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620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00471C99-CD82-8CCC-D4E2-FFFCD3706D70}"/>
              </a:ext>
            </a:extLst>
          </p:cNvPr>
          <p:cNvGrpSpPr/>
          <p:nvPr/>
        </p:nvGrpSpPr>
        <p:grpSpPr>
          <a:xfrm>
            <a:off x="92150" y="91901"/>
            <a:ext cx="9896324" cy="2335563"/>
            <a:chOff x="138625" y="301773"/>
            <a:chExt cx="9896324" cy="233556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7A8B543-A73C-8CCE-327E-3AF5A95C8418}"/>
                </a:ext>
              </a:extLst>
            </p:cNvPr>
            <p:cNvSpPr/>
            <p:nvPr/>
          </p:nvSpPr>
          <p:spPr>
            <a:xfrm>
              <a:off x="7235874" y="301774"/>
              <a:ext cx="2799075" cy="2335562"/>
            </a:xfrm>
            <a:prstGeom prst="roundRect">
              <a:avLst>
                <a:gd name="adj" fmla="val 0"/>
              </a:avLst>
            </a:prstGeom>
            <a:noFill/>
            <a:ln w="6350" cap="flat" cmpd="sng" algn="ctr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1200" b="1" kern="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Invariant</a:t>
              </a:r>
            </a:p>
            <a:p>
              <a:pPr algn="ctr"/>
              <a:endParaRPr lang="en-US" altLang="zh-CN" sz="1200" b="1" kern="0" dirty="0">
                <a:latin typeface="Arial"/>
              </a:endParaRPr>
            </a:p>
            <a:p>
              <a:pPr algn="ctr"/>
              <a:r>
                <a:rPr lang="en-US" altLang="zh-CN" sz="1200" kern="0" dirty="0">
                  <a:latin typeface="Consolas" panose="020B0609020204030204" pitchFamily="49" charset="0"/>
                </a:rPr>
                <a:t>"</a:t>
              </a:r>
              <a:r>
                <a:rPr lang="en-US" altLang="zh-CN" sz="1200" b="1" kern="0" dirty="0" err="1">
                  <a:latin typeface="Consolas" panose="020B0609020204030204" pitchFamily="49" charset="0"/>
                </a:rPr>
                <a:t>cancelOrder</a:t>
              </a:r>
              <a:r>
                <a:rPr lang="en-US" altLang="zh-CN" sz="1200" kern="0" dirty="0" err="1">
                  <a:latin typeface="Consolas" panose="020B0609020204030204" pitchFamily="49" charset="0"/>
                </a:rPr>
                <a:t>.</a:t>
              </a:r>
              <a:r>
                <a:rPr lang="en-US" altLang="zh-CN" sz="1200" i="1" kern="0" dirty="0" err="1">
                  <a:latin typeface="Consolas" panose="020B0609020204030204" pitchFamily="49" charset="0"/>
                </a:rPr>
                <a:t>arguments.orderId</a:t>
              </a:r>
              <a:r>
                <a:rPr lang="en-US" altLang="zh-CN" sz="1200" kern="0" dirty="0">
                  <a:latin typeface="Consolas" panose="020B0609020204030204" pitchFamily="49" charset="0"/>
                </a:rPr>
                <a:t>" matches one of "</a:t>
              </a:r>
              <a:r>
                <a:rPr lang="en-US" altLang="zh-CN" sz="1200" b="1" kern="0" dirty="0">
                  <a:latin typeface="Consolas" panose="020B0609020204030204" pitchFamily="49" charset="0"/>
                </a:rPr>
                <a:t>queryOrders</a:t>
              </a:r>
              <a:r>
                <a:rPr lang="en-US" altLang="zh-CN" sz="1200" kern="0" dirty="0">
                  <a:latin typeface="Consolas" panose="020B0609020204030204" pitchFamily="49" charset="0"/>
                </a:rPr>
                <a:t>.</a:t>
              </a:r>
              <a:r>
                <a:rPr lang="en-US" altLang="zh-CN" sz="1200" i="1" kern="0" dirty="0">
                  <a:latin typeface="Consolas" panose="020B0609020204030204" pitchFamily="49" charset="0"/>
                </a:rPr>
                <a:t>results.id</a:t>
              </a:r>
              <a:r>
                <a:rPr lang="en-US" altLang="zh-CN" sz="1200" kern="0" dirty="0">
                  <a:latin typeface="Consolas" panose="020B0609020204030204" pitchFamily="49" charset="0"/>
                </a:rPr>
                <a:t>"</a:t>
              </a:r>
              <a:endParaRPr lang="zh-CN" altLang="en-US" sz="1200" kern="0" dirty="0">
                <a:latin typeface="Consolas" panose="020B0609020204030204" pitchFamily="49" charset="0"/>
              </a:endParaRPr>
            </a:p>
          </p:txBody>
        </p:sp>
        <p:sp>
          <p:nvSpPr>
            <p:cNvPr id="19" name="Rectangle: Top Corners Rounded 18">
              <a:extLst>
                <a:ext uri="{FF2B5EF4-FFF2-40B4-BE49-F238E27FC236}">
                  <a16:creationId xmlns:a16="http://schemas.microsoft.com/office/drawing/2014/main" id="{75202D7B-A1D0-7EFF-8E16-66297D690A9A}"/>
                </a:ext>
              </a:extLst>
            </p:cNvPr>
            <p:cNvSpPr/>
            <p:nvPr/>
          </p:nvSpPr>
          <p:spPr>
            <a:xfrm>
              <a:off x="138627" y="343125"/>
              <a:ext cx="3831979" cy="27168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sz="1200" b="1" kern="0" dirty="0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/</a:t>
              </a:r>
              <a:r>
                <a:rPr lang="en-US" altLang="zh-CN" sz="1200" b="1" kern="0" dirty="0" err="1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api</a:t>
              </a:r>
              <a:r>
                <a:rPr lang="en-US" altLang="zh-CN" sz="1200" b="1" kern="0" dirty="0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/v1/</a:t>
              </a:r>
              <a:r>
                <a:rPr lang="en-US" altLang="zh-CN" sz="1200" b="1" kern="0" dirty="0" err="1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queryOrders</a:t>
              </a:r>
              <a:endParaRPr lang="en-US" altLang="zh-CN" sz="1200" b="1" kern="0" dirty="0">
                <a:solidFill>
                  <a:schemeClr val="bg1"/>
                </a:solidFill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7FE857C-58CE-B8D8-7A96-DBE0EEDBBC84}"/>
                </a:ext>
              </a:extLst>
            </p:cNvPr>
            <p:cNvSpPr/>
            <p:nvPr/>
          </p:nvSpPr>
          <p:spPr>
            <a:xfrm>
              <a:off x="138626" y="614813"/>
              <a:ext cx="3831980" cy="20225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time: 2025-03-02 16:22</a:t>
              </a:r>
            </a:p>
            <a:p>
              <a:r>
                <a:rPr lang="en-US" altLang="zh-CN" sz="1000" kern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sessionId</a:t>
              </a: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 </a:t>
              </a:r>
              <a:r>
                <a:rPr lang="en-US" altLang="zh-CN" sz="1000" b="1" kern="0" dirty="0">
                  <a:solidFill>
                    <a:schemeClr val="tx1"/>
                  </a:solidFill>
                  <a:highlight>
                    <a:srgbClr val="C0C0C0"/>
                  </a:highlight>
                  <a:latin typeface="Consolas" panose="020B0609020204030204" pitchFamily="49" charset="0"/>
                </a:rPr>
                <a:t>eae15f87</a:t>
              </a:r>
            </a:p>
            <a:p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{ status: 1</a:t>
              </a:r>
            </a:p>
            <a:p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results: [ ......</a:t>
              </a:r>
            </a:p>
            <a:p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{ id: "</a:t>
              </a:r>
              <a:r>
                <a:rPr lang="en-US" altLang="zh-CN" sz="1000" b="1" kern="0" dirty="0">
                  <a:solidFill>
                    <a:schemeClr val="tx1"/>
                  </a:solidFill>
                  <a:highlight>
                    <a:srgbClr val="99CCFF"/>
                  </a:highlight>
                  <a:latin typeface="Consolas" panose="020B0609020204030204" pitchFamily="49" charset="0"/>
                </a:rPr>
                <a:t>fe9c72d9</a:t>
              </a: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", </a:t>
              </a:r>
              <a:r>
                <a:rPr lang="en-US" altLang="zh-CN" sz="1000" kern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travelDate</a:t>
              </a: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 "2024-12-02",</a:t>
              </a:r>
            </a:p>
            <a:p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</a:t>
              </a:r>
              <a:r>
                <a:rPr lang="en-US" altLang="zh-CN" sz="1000" kern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trainNumber</a:t>
              </a: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 "G6352", to: "</a:t>
              </a:r>
              <a:r>
                <a:rPr lang="en-US" altLang="zh-CN" sz="1000" kern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taiyuan</a:t>
              </a: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", ...... },</a:t>
              </a:r>
            </a:p>
            <a:p>
              <a:pPr>
                <a:defRPr/>
              </a:pP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{ id: "c256dcca", </a:t>
              </a:r>
              <a:r>
                <a:rPr lang="en-US" altLang="zh-CN" sz="1000" kern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travelDate</a:t>
              </a: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 "2024-08-09",</a:t>
              </a:r>
            </a:p>
            <a:p>
              <a:pPr>
                <a:defRPr/>
              </a:pP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</a:t>
              </a:r>
              <a:r>
                <a:rPr lang="en-US" altLang="zh-CN" sz="1000" kern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trainNumber</a:t>
              </a: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 "G6686", to: "</a:t>
              </a:r>
              <a:r>
                <a:rPr lang="en-US" altLang="zh-CN" sz="1000" kern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changsha</a:t>
              </a: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", ...... },</a:t>
              </a:r>
            </a:p>
            <a:p>
              <a:pPr>
                <a:defRPr/>
              </a:pP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{ id: "a5365782", </a:t>
              </a:r>
              <a:r>
                <a:rPr lang="en-US" altLang="zh-CN" sz="1000" kern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travelDate</a:t>
              </a: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 "2024-06-05",</a:t>
              </a:r>
            </a:p>
            <a:p>
              <a:pPr>
                <a:defRPr/>
              </a:pP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</a:t>
              </a:r>
              <a:r>
                <a:rPr lang="en-US" altLang="zh-CN" sz="1000" kern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trainNumber</a:t>
              </a: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 "G3508", to: "</a:t>
              </a:r>
              <a:r>
                <a:rPr lang="en-US" altLang="zh-CN" sz="1000" kern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tianjin</a:t>
              </a:r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", ...... },</a:t>
              </a:r>
            </a:p>
            <a:p>
              <a:r>
                <a:rPr lang="en-US" altLang="zh-CN" sz="1000" kern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...... ]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65F02F-70C3-826E-33A2-F0400B2F525A}"/>
                </a:ext>
              </a:extLst>
            </p:cNvPr>
            <p:cNvSpPr txBox="1"/>
            <p:nvPr/>
          </p:nvSpPr>
          <p:spPr>
            <a:xfrm>
              <a:off x="138625" y="322449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>
                  <a:solidFill>
                    <a:schemeClr val="bg1"/>
                  </a:solidFill>
                  <a:latin typeface="Linux Libertine" panose="02000503000000000000" pitchFamily="2" charset="0"/>
                  <a:cs typeface="Linux Libertine" panose="02000503000000000000" pitchFamily="2" charset="0"/>
                </a:rPr>
                <a:t>①</a:t>
              </a:r>
              <a:endParaRPr lang="zh-CN" altLang="en-US" sz="1400" b="1" dirty="0">
                <a:solidFill>
                  <a:schemeClr val="bg1"/>
                </a:solidFill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sp>
          <p:nvSpPr>
            <p:cNvPr id="24" name="Rectangle: Top Corners Rounded 23">
              <a:extLst>
                <a:ext uri="{FF2B5EF4-FFF2-40B4-BE49-F238E27FC236}">
                  <a16:creationId xmlns:a16="http://schemas.microsoft.com/office/drawing/2014/main" id="{E4E720E8-6579-0152-13B2-6DCEA0D9581E}"/>
                </a:ext>
              </a:extLst>
            </p:cNvPr>
            <p:cNvSpPr/>
            <p:nvPr/>
          </p:nvSpPr>
          <p:spPr>
            <a:xfrm>
              <a:off x="4203704" y="322449"/>
              <a:ext cx="2799075" cy="27168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sz="1200" b="1" kern="0" dirty="0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Normal   /</a:t>
              </a:r>
              <a:r>
                <a:rPr lang="en-US" altLang="zh-CN" sz="1200" b="1" kern="0" dirty="0" err="1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api</a:t>
              </a:r>
              <a:r>
                <a:rPr lang="en-US" altLang="zh-CN" sz="1200" b="1" kern="0" dirty="0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/v1/</a:t>
              </a:r>
              <a:r>
                <a:rPr lang="en-US" altLang="zh-CN" sz="1200" b="1" kern="0" dirty="0" err="1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cancelOrder</a:t>
              </a:r>
              <a:endParaRPr lang="en-US" altLang="zh-CN" sz="1200" b="1" kern="0" dirty="0">
                <a:solidFill>
                  <a:schemeClr val="bg1"/>
                </a:solidFill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F58132-D2B0-0A96-10D0-DD784F586D2C}"/>
                </a:ext>
              </a:extLst>
            </p:cNvPr>
            <p:cNvSpPr/>
            <p:nvPr/>
          </p:nvSpPr>
          <p:spPr>
            <a:xfrm>
              <a:off x="4203703" y="594137"/>
              <a:ext cx="2799076" cy="8074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time: 2025-03-02 16:23</a:t>
              </a:r>
            </a:p>
            <a:p>
              <a:pPr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sessionId</a:t>
              </a: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: </a:t>
              </a:r>
              <a:r>
                <a:rPr lang="en-US" altLang="zh-CN" sz="1000" b="1" kern="0" dirty="0">
                  <a:solidFill>
                    <a:prstClr val="black"/>
                  </a:solidFill>
                  <a:highlight>
                    <a:srgbClr val="C0C0C0"/>
                  </a:highlight>
                  <a:latin typeface="Consolas" panose="020B0609020204030204" pitchFamily="49" charset="0"/>
                  <a:ea typeface="等线" panose="02010600030101010101" pitchFamily="2" charset="-122"/>
                </a:rPr>
                <a:t>eae15f87</a:t>
              </a:r>
            </a:p>
            <a:p>
              <a:pPr>
                <a:defRPr/>
              </a:pP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arguments: { </a:t>
              </a:r>
              <a:r>
                <a:rPr lang="en-US" altLang="zh-CN" sz="1000" kern="0" dirty="0" err="1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orderId</a:t>
              </a: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: "</a:t>
              </a:r>
              <a:r>
                <a:rPr lang="en-US" altLang="zh-CN" sz="1000" b="1" kern="0" dirty="0">
                  <a:solidFill>
                    <a:prstClr val="black"/>
                  </a:solidFill>
                  <a:highlight>
                    <a:srgbClr val="99CCFF"/>
                  </a:highlight>
                  <a:latin typeface="Consolas" panose="020B0609020204030204" pitchFamily="49" charset="0"/>
                  <a:ea typeface="等线" panose="02010600030101010101" pitchFamily="2" charset="-122"/>
                </a:rPr>
                <a:t>fe9c72d9</a:t>
              </a: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",</a:t>
              </a:r>
            </a:p>
            <a:p>
              <a:pPr>
                <a:defRPr/>
              </a:pP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  </a:t>
              </a:r>
              <a:r>
                <a:rPr lang="en-US" altLang="zh-CN" sz="1000" kern="0" dirty="0" err="1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loginId</a:t>
              </a: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: "df27e80f"} }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AD0A7B8-0234-4645-41D3-88C09245D276}"/>
                </a:ext>
              </a:extLst>
            </p:cNvPr>
            <p:cNvSpPr txBox="1"/>
            <p:nvPr/>
          </p:nvSpPr>
          <p:spPr>
            <a:xfrm>
              <a:off x="4203702" y="301773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Linux Libertine" panose="02000503000000000000" pitchFamily="2" charset="0"/>
                  <a:cs typeface="Linux Libertine" panose="02000503000000000000" pitchFamily="2" charset="0"/>
                </a:rPr>
                <a:t>②</a:t>
              </a:r>
            </a:p>
          </p:txBody>
        </p:sp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88C86E7C-D42A-FA20-A1BA-67C855A029A0}"/>
                </a:ext>
              </a:extLst>
            </p:cNvPr>
            <p:cNvSpPr/>
            <p:nvPr/>
          </p:nvSpPr>
          <p:spPr>
            <a:xfrm>
              <a:off x="4203703" y="1558152"/>
              <a:ext cx="2799075" cy="27168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sz="1200" b="1" kern="0" dirty="0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Abnormal   /</a:t>
              </a:r>
              <a:r>
                <a:rPr lang="en-US" altLang="zh-CN" sz="1200" b="1" kern="0" dirty="0" err="1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api</a:t>
              </a:r>
              <a:r>
                <a:rPr lang="en-US" altLang="zh-CN" sz="1200" b="1" kern="0" dirty="0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/v1/</a:t>
              </a:r>
              <a:r>
                <a:rPr lang="en-US" altLang="zh-CN" sz="1200" b="1" kern="0" dirty="0" err="1">
                  <a:solidFill>
                    <a:schemeClr val="bg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cancelOrder</a:t>
              </a:r>
              <a:endParaRPr lang="en-US" altLang="zh-CN" sz="1200" b="1" kern="0" dirty="0">
                <a:solidFill>
                  <a:schemeClr val="bg1"/>
                </a:solidFill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FE1200B-2152-FA97-07A0-6FB4E7CA7E6D}"/>
                </a:ext>
              </a:extLst>
            </p:cNvPr>
            <p:cNvSpPr/>
            <p:nvPr/>
          </p:nvSpPr>
          <p:spPr>
            <a:xfrm>
              <a:off x="4203702" y="1829840"/>
              <a:ext cx="2799076" cy="8074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time: 2025-03-02 16:23</a:t>
              </a:r>
            </a:p>
            <a:p>
              <a:pPr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sessionId</a:t>
              </a: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: </a:t>
              </a:r>
              <a:r>
                <a:rPr lang="en-US" altLang="zh-CN" sz="1000" b="1" kern="0" dirty="0">
                  <a:solidFill>
                    <a:prstClr val="black"/>
                  </a:solidFill>
                  <a:highlight>
                    <a:srgbClr val="C0C0C0"/>
                  </a:highlight>
                  <a:latin typeface="Consolas" panose="020B0609020204030204" pitchFamily="49" charset="0"/>
                  <a:ea typeface="等线" panose="02010600030101010101" pitchFamily="2" charset="-122"/>
                </a:rPr>
                <a:t>eae15f87</a:t>
              </a:r>
            </a:p>
            <a:p>
              <a:pPr>
                <a:defRPr/>
              </a:pP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arguments: { </a:t>
              </a:r>
              <a:r>
                <a:rPr lang="en-US" altLang="zh-CN" sz="1000" kern="0" dirty="0" err="1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orderId</a:t>
              </a: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: "</a:t>
              </a:r>
              <a:r>
                <a:rPr lang="en-US" altLang="zh-CN" sz="1000" b="1" kern="0" dirty="0">
                  <a:solidFill>
                    <a:srgbClr val="FF0000"/>
                  </a:solidFill>
                  <a:highlight>
                    <a:srgbClr val="99CCFF"/>
                  </a:highlight>
                  <a:latin typeface="Consolas" panose="020B0609020204030204" pitchFamily="49" charset="0"/>
                </a:rPr>
                <a:t>418ea03c</a:t>
              </a: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",</a:t>
              </a:r>
            </a:p>
            <a:p>
              <a:pPr>
                <a:defRPr/>
              </a:pP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  </a:t>
              </a:r>
              <a:r>
                <a:rPr lang="en-US" altLang="zh-CN" sz="1000" kern="0" dirty="0" err="1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loginId</a:t>
              </a:r>
              <a:r>
                <a:rPr lang="en-US" altLang="zh-CN" sz="1000" kern="0" dirty="0">
                  <a:solidFill>
                    <a:prstClr val="black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: "df27e80f"} }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C322BD-B4C7-B383-5ADC-72A31898969A}"/>
                </a:ext>
              </a:extLst>
            </p:cNvPr>
            <p:cNvSpPr txBox="1"/>
            <p:nvPr/>
          </p:nvSpPr>
          <p:spPr>
            <a:xfrm>
              <a:off x="4203701" y="1537476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Linux Libertine" panose="02000503000000000000" pitchFamily="2" charset="0"/>
                  <a:cs typeface="Linux Libertine" panose="02000503000000000000" pitchFamily="2" charset="0"/>
                </a:rPr>
                <a:t>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7483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179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Linux Libertine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Wenjie Zhang</dc:creator>
  <cp:lastModifiedBy>Wenjie Zhang</cp:lastModifiedBy>
  <cp:revision>22</cp:revision>
  <dcterms:created xsi:type="dcterms:W3CDTF">2025-09-10T08:25:35Z</dcterms:created>
  <dcterms:modified xsi:type="dcterms:W3CDTF">2025-09-10T09:51:26Z</dcterms:modified>
</cp:coreProperties>
</file>