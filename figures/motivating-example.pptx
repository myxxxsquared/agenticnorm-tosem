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7" r:id="rId2"/>
  </p:sldIdLst>
  <p:sldSz cx="10080625" cy="25193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138" y="10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0078" y="412312"/>
            <a:ext cx="7560469" cy="877112"/>
          </a:xfrm>
        </p:spPr>
        <p:txBody>
          <a:bodyPr anchor="b"/>
          <a:lstStyle>
            <a:lvl1pPr algn="ctr">
              <a:defRPr sz="2204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0078" y="1323249"/>
            <a:ext cx="7560469" cy="608263"/>
          </a:xfrm>
        </p:spPr>
        <p:txBody>
          <a:bodyPr/>
          <a:lstStyle>
            <a:lvl1pPr marL="0" indent="0" algn="ctr">
              <a:buNone/>
              <a:defRPr sz="882"/>
            </a:lvl1pPr>
            <a:lvl2pPr marL="167975" indent="0" algn="ctr">
              <a:buNone/>
              <a:defRPr sz="735"/>
            </a:lvl2pPr>
            <a:lvl3pPr marL="335951" indent="0" algn="ctr">
              <a:buNone/>
              <a:defRPr sz="661"/>
            </a:lvl3pPr>
            <a:lvl4pPr marL="503926" indent="0" algn="ctr">
              <a:buNone/>
              <a:defRPr sz="588"/>
            </a:lvl4pPr>
            <a:lvl5pPr marL="671901" indent="0" algn="ctr">
              <a:buNone/>
              <a:defRPr sz="588"/>
            </a:lvl5pPr>
            <a:lvl6pPr marL="839876" indent="0" algn="ctr">
              <a:buNone/>
              <a:defRPr sz="588"/>
            </a:lvl6pPr>
            <a:lvl7pPr marL="1007852" indent="0" algn="ctr">
              <a:buNone/>
              <a:defRPr sz="588"/>
            </a:lvl7pPr>
            <a:lvl8pPr marL="1175827" indent="0" algn="ctr">
              <a:buNone/>
              <a:defRPr sz="588"/>
            </a:lvl8pPr>
            <a:lvl9pPr marL="1343802" indent="0" algn="ctr">
              <a:buNone/>
              <a:defRPr sz="588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9612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8593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793" y="628091"/>
            <a:ext cx="8694539" cy="1047985"/>
          </a:xfrm>
        </p:spPr>
        <p:txBody>
          <a:bodyPr anchor="b"/>
          <a:lstStyle>
            <a:lvl1pPr>
              <a:defRPr sz="2204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793" y="1685991"/>
            <a:ext cx="8694539" cy="551110"/>
          </a:xfrm>
        </p:spPr>
        <p:txBody>
          <a:bodyPr/>
          <a:lstStyle>
            <a:lvl1pPr marL="0" indent="0">
              <a:buNone/>
              <a:defRPr sz="882">
                <a:solidFill>
                  <a:schemeClr val="tx1">
                    <a:tint val="82000"/>
                  </a:schemeClr>
                </a:solidFill>
              </a:defRPr>
            </a:lvl1pPr>
            <a:lvl2pPr marL="167975" indent="0">
              <a:buNone/>
              <a:defRPr sz="735">
                <a:solidFill>
                  <a:schemeClr val="tx1">
                    <a:tint val="82000"/>
                  </a:schemeClr>
                </a:solidFill>
              </a:defRPr>
            </a:lvl2pPr>
            <a:lvl3pPr marL="335951" indent="0">
              <a:buNone/>
              <a:defRPr sz="661">
                <a:solidFill>
                  <a:schemeClr val="tx1">
                    <a:tint val="82000"/>
                  </a:schemeClr>
                </a:solidFill>
              </a:defRPr>
            </a:lvl3pPr>
            <a:lvl4pPr marL="503926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4pPr>
            <a:lvl5pPr marL="671901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5pPr>
            <a:lvl6pPr marL="839876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6pPr>
            <a:lvl7pPr marL="1007852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7pPr>
            <a:lvl8pPr marL="1175827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8pPr>
            <a:lvl9pPr marL="1343802" indent="0">
              <a:buNone/>
              <a:defRPr sz="58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956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3043" y="670664"/>
            <a:ext cx="4284266" cy="1598513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3316" y="670664"/>
            <a:ext cx="4284266" cy="1598513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82410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4356" y="134133"/>
            <a:ext cx="8694539" cy="48696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4357" y="617594"/>
            <a:ext cx="4264576" cy="302673"/>
          </a:xfrm>
        </p:spPr>
        <p:txBody>
          <a:bodyPr anchor="b"/>
          <a:lstStyle>
            <a:lvl1pPr marL="0" indent="0">
              <a:buNone/>
              <a:defRPr sz="882" b="1"/>
            </a:lvl1pPr>
            <a:lvl2pPr marL="167975" indent="0">
              <a:buNone/>
              <a:defRPr sz="735" b="1"/>
            </a:lvl2pPr>
            <a:lvl3pPr marL="335951" indent="0">
              <a:buNone/>
              <a:defRPr sz="661" b="1"/>
            </a:lvl3pPr>
            <a:lvl4pPr marL="503926" indent="0">
              <a:buNone/>
              <a:defRPr sz="588" b="1"/>
            </a:lvl4pPr>
            <a:lvl5pPr marL="671901" indent="0">
              <a:buNone/>
              <a:defRPr sz="588" b="1"/>
            </a:lvl5pPr>
            <a:lvl6pPr marL="839876" indent="0">
              <a:buNone/>
              <a:defRPr sz="588" b="1"/>
            </a:lvl6pPr>
            <a:lvl7pPr marL="1007852" indent="0">
              <a:buNone/>
              <a:defRPr sz="588" b="1"/>
            </a:lvl7pPr>
            <a:lvl8pPr marL="1175827" indent="0">
              <a:buNone/>
              <a:defRPr sz="588" b="1"/>
            </a:lvl8pPr>
            <a:lvl9pPr marL="1343802" indent="0">
              <a:buNone/>
              <a:defRPr sz="588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57" y="920267"/>
            <a:ext cx="4264576" cy="135357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03316" y="617594"/>
            <a:ext cx="4285579" cy="302673"/>
          </a:xfrm>
        </p:spPr>
        <p:txBody>
          <a:bodyPr anchor="b"/>
          <a:lstStyle>
            <a:lvl1pPr marL="0" indent="0">
              <a:buNone/>
              <a:defRPr sz="882" b="1"/>
            </a:lvl1pPr>
            <a:lvl2pPr marL="167975" indent="0">
              <a:buNone/>
              <a:defRPr sz="735" b="1"/>
            </a:lvl2pPr>
            <a:lvl3pPr marL="335951" indent="0">
              <a:buNone/>
              <a:defRPr sz="661" b="1"/>
            </a:lvl3pPr>
            <a:lvl4pPr marL="503926" indent="0">
              <a:buNone/>
              <a:defRPr sz="588" b="1"/>
            </a:lvl4pPr>
            <a:lvl5pPr marL="671901" indent="0">
              <a:buNone/>
              <a:defRPr sz="588" b="1"/>
            </a:lvl5pPr>
            <a:lvl6pPr marL="839876" indent="0">
              <a:buNone/>
              <a:defRPr sz="588" b="1"/>
            </a:lvl6pPr>
            <a:lvl7pPr marL="1007852" indent="0">
              <a:buNone/>
              <a:defRPr sz="588" b="1"/>
            </a:lvl7pPr>
            <a:lvl8pPr marL="1175827" indent="0">
              <a:buNone/>
              <a:defRPr sz="588" b="1"/>
            </a:lvl8pPr>
            <a:lvl9pPr marL="1343802" indent="0">
              <a:buNone/>
              <a:defRPr sz="588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03316" y="920267"/>
            <a:ext cx="4285579" cy="135357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8672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041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6477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4356" y="167958"/>
            <a:ext cx="3251264" cy="587851"/>
          </a:xfrm>
        </p:spPr>
        <p:txBody>
          <a:bodyPr anchor="b"/>
          <a:lstStyle>
            <a:lvl1pPr>
              <a:defRPr sz="1176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579" y="362742"/>
            <a:ext cx="5103316" cy="1790381"/>
          </a:xfrm>
        </p:spPr>
        <p:txBody>
          <a:bodyPr/>
          <a:lstStyle>
            <a:lvl1pPr>
              <a:defRPr sz="1176"/>
            </a:lvl1pPr>
            <a:lvl2pPr>
              <a:defRPr sz="1029"/>
            </a:lvl2pPr>
            <a:lvl3pPr>
              <a:defRPr sz="882"/>
            </a:lvl3pPr>
            <a:lvl4pPr>
              <a:defRPr sz="735"/>
            </a:lvl4pPr>
            <a:lvl5pPr>
              <a:defRPr sz="735"/>
            </a:lvl5pPr>
            <a:lvl6pPr>
              <a:defRPr sz="735"/>
            </a:lvl6pPr>
            <a:lvl7pPr>
              <a:defRPr sz="735"/>
            </a:lvl7pPr>
            <a:lvl8pPr>
              <a:defRPr sz="735"/>
            </a:lvl8pPr>
            <a:lvl9pPr>
              <a:defRPr sz="735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4356" y="755809"/>
            <a:ext cx="3251264" cy="1400229"/>
          </a:xfrm>
        </p:spPr>
        <p:txBody>
          <a:bodyPr/>
          <a:lstStyle>
            <a:lvl1pPr marL="0" indent="0">
              <a:buNone/>
              <a:defRPr sz="588"/>
            </a:lvl1pPr>
            <a:lvl2pPr marL="167975" indent="0">
              <a:buNone/>
              <a:defRPr sz="514"/>
            </a:lvl2pPr>
            <a:lvl3pPr marL="335951" indent="0">
              <a:buNone/>
              <a:defRPr sz="441"/>
            </a:lvl3pPr>
            <a:lvl4pPr marL="503926" indent="0">
              <a:buNone/>
              <a:defRPr sz="367"/>
            </a:lvl4pPr>
            <a:lvl5pPr marL="671901" indent="0">
              <a:buNone/>
              <a:defRPr sz="367"/>
            </a:lvl5pPr>
            <a:lvl6pPr marL="839876" indent="0">
              <a:buNone/>
              <a:defRPr sz="367"/>
            </a:lvl6pPr>
            <a:lvl7pPr marL="1007852" indent="0">
              <a:buNone/>
              <a:defRPr sz="367"/>
            </a:lvl7pPr>
            <a:lvl8pPr marL="1175827" indent="0">
              <a:buNone/>
              <a:defRPr sz="367"/>
            </a:lvl8pPr>
            <a:lvl9pPr marL="1343802" indent="0">
              <a:buNone/>
              <a:defRPr sz="367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1671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4356" y="167958"/>
            <a:ext cx="3251264" cy="587851"/>
          </a:xfrm>
        </p:spPr>
        <p:txBody>
          <a:bodyPr anchor="b"/>
          <a:lstStyle>
            <a:lvl1pPr>
              <a:defRPr sz="1176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85579" y="362742"/>
            <a:ext cx="5103316" cy="1790381"/>
          </a:xfrm>
        </p:spPr>
        <p:txBody>
          <a:bodyPr anchor="t"/>
          <a:lstStyle>
            <a:lvl1pPr marL="0" indent="0">
              <a:buNone/>
              <a:defRPr sz="1176"/>
            </a:lvl1pPr>
            <a:lvl2pPr marL="167975" indent="0">
              <a:buNone/>
              <a:defRPr sz="1029"/>
            </a:lvl2pPr>
            <a:lvl3pPr marL="335951" indent="0">
              <a:buNone/>
              <a:defRPr sz="882"/>
            </a:lvl3pPr>
            <a:lvl4pPr marL="503926" indent="0">
              <a:buNone/>
              <a:defRPr sz="735"/>
            </a:lvl4pPr>
            <a:lvl5pPr marL="671901" indent="0">
              <a:buNone/>
              <a:defRPr sz="735"/>
            </a:lvl5pPr>
            <a:lvl6pPr marL="839876" indent="0">
              <a:buNone/>
              <a:defRPr sz="735"/>
            </a:lvl6pPr>
            <a:lvl7pPr marL="1007852" indent="0">
              <a:buNone/>
              <a:defRPr sz="735"/>
            </a:lvl7pPr>
            <a:lvl8pPr marL="1175827" indent="0">
              <a:buNone/>
              <a:defRPr sz="735"/>
            </a:lvl8pPr>
            <a:lvl9pPr marL="1343802" indent="0">
              <a:buNone/>
              <a:defRPr sz="735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4356" y="755809"/>
            <a:ext cx="3251264" cy="1400229"/>
          </a:xfrm>
        </p:spPr>
        <p:txBody>
          <a:bodyPr/>
          <a:lstStyle>
            <a:lvl1pPr marL="0" indent="0">
              <a:buNone/>
              <a:defRPr sz="588"/>
            </a:lvl1pPr>
            <a:lvl2pPr marL="167975" indent="0">
              <a:buNone/>
              <a:defRPr sz="514"/>
            </a:lvl2pPr>
            <a:lvl3pPr marL="335951" indent="0">
              <a:buNone/>
              <a:defRPr sz="441"/>
            </a:lvl3pPr>
            <a:lvl4pPr marL="503926" indent="0">
              <a:buNone/>
              <a:defRPr sz="367"/>
            </a:lvl4pPr>
            <a:lvl5pPr marL="671901" indent="0">
              <a:buNone/>
              <a:defRPr sz="367"/>
            </a:lvl5pPr>
            <a:lvl6pPr marL="839876" indent="0">
              <a:buNone/>
              <a:defRPr sz="367"/>
            </a:lvl6pPr>
            <a:lvl7pPr marL="1007852" indent="0">
              <a:buNone/>
              <a:defRPr sz="367"/>
            </a:lvl7pPr>
            <a:lvl8pPr marL="1175827" indent="0">
              <a:buNone/>
              <a:defRPr sz="367"/>
            </a:lvl8pPr>
            <a:lvl9pPr marL="1343802" indent="0">
              <a:buNone/>
              <a:defRPr sz="367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8236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7771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213947" y="134133"/>
            <a:ext cx="2173635" cy="2135044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3043" y="134133"/>
            <a:ext cx="6394896" cy="2135044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3DC8-B8B9-43A2-8436-2DA55E45D40E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2027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3043" y="134133"/>
            <a:ext cx="8694539" cy="486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3043" y="670664"/>
            <a:ext cx="8694539" cy="159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043" y="2335076"/>
            <a:ext cx="2268141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453DC8-B8B9-43A2-8436-2DA55E45D40E}" type="datetimeFigureOut">
              <a:rPr lang="zh-CN" altLang="en-US" smtClean="0"/>
              <a:t>2025/9/12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9207" y="2335076"/>
            <a:ext cx="3402211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4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19441" y="2335076"/>
            <a:ext cx="2268141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4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927650-9AC2-47EB-90D7-31C374BE24C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6620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335951" rtl="0" eaLnBrk="1" latinLnBrk="0" hangingPunct="1">
        <a:lnSpc>
          <a:spcPct val="90000"/>
        </a:lnSpc>
        <a:spcBef>
          <a:spcPct val="0"/>
        </a:spcBef>
        <a:buNone/>
        <a:defRPr sz="161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3988" indent="-83988" algn="l" defTabSz="335951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029" kern="1200">
          <a:solidFill>
            <a:schemeClr val="tx1"/>
          </a:solidFill>
          <a:latin typeface="+mn-lt"/>
          <a:ea typeface="+mn-ea"/>
          <a:cs typeface="+mn-cs"/>
        </a:defRPr>
      </a:lvl1pPr>
      <a:lvl2pPr marL="251963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882" kern="1200">
          <a:solidFill>
            <a:schemeClr val="tx1"/>
          </a:solidFill>
          <a:latin typeface="+mn-lt"/>
          <a:ea typeface="+mn-ea"/>
          <a:cs typeface="+mn-cs"/>
        </a:defRPr>
      </a:lvl2pPr>
      <a:lvl3pPr marL="419938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3pPr>
      <a:lvl4pPr marL="587913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4pPr>
      <a:lvl5pPr marL="755889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5pPr>
      <a:lvl6pPr marL="923864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6pPr>
      <a:lvl7pPr marL="1091839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7pPr>
      <a:lvl8pPr marL="1259815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8pPr>
      <a:lvl9pPr marL="1427790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1pPr>
      <a:lvl2pPr marL="167975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2pPr>
      <a:lvl3pPr marL="335951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3pPr>
      <a:lvl4pPr marL="503926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4pPr>
      <a:lvl5pPr marL="671901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5pPr>
      <a:lvl6pPr marL="839876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6pPr>
      <a:lvl7pPr marL="1007852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7pPr>
      <a:lvl8pPr marL="1175827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8pPr>
      <a:lvl9pPr marL="1343802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0471C99-CD82-8CCC-D4E2-FFFCD3706D70}"/>
              </a:ext>
            </a:extLst>
          </p:cNvPr>
          <p:cNvGrpSpPr/>
          <p:nvPr/>
        </p:nvGrpSpPr>
        <p:grpSpPr>
          <a:xfrm>
            <a:off x="92150" y="91901"/>
            <a:ext cx="9896324" cy="2335563"/>
            <a:chOff x="138625" y="301773"/>
            <a:chExt cx="9896324" cy="2335563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7A8B543-A73C-8CCE-327E-3AF5A95C8418}"/>
                </a:ext>
              </a:extLst>
            </p:cNvPr>
            <p:cNvSpPr/>
            <p:nvPr/>
          </p:nvSpPr>
          <p:spPr>
            <a:xfrm>
              <a:off x="7235874" y="301774"/>
              <a:ext cx="2799075" cy="2335562"/>
            </a:xfrm>
            <a:prstGeom prst="roundRect">
              <a:avLst>
                <a:gd name="adj" fmla="val 0"/>
              </a:avLst>
            </a:prstGeom>
            <a:noFill/>
            <a:ln w="6350" cap="flat" cmpd="sng" algn="ctr">
              <a:solidFill>
                <a:schemeClr val="tx1"/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algn="ctr"/>
              <a:r>
                <a:rPr lang="en-US" altLang="zh-CN" sz="1200" b="1" kern="0" dirty="0"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Constraints</a:t>
              </a:r>
            </a:p>
            <a:p>
              <a:pPr algn="ctr"/>
              <a:endParaRPr lang="en-US" altLang="zh-CN" sz="1200" b="1" kern="0" dirty="0">
                <a:latin typeface="Arial"/>
              </a:endParaRPr>
            </a:p>
            <a:p>
              <a:pPr algn="ctr"/>
              <a:r>
                <a:rPr lang="en-US" altLang="zh-CN" sz="1200" kern="0" dirty="0">
                  <a:latin typeface="Consolas" panose="020B0609020204030204" pitchFamily="49" charset="0"/>
                </a:rPr>
                <a:t>"</a:t>
              </a:r>
              <a:r>
                <a:rPr lang="en-US" altLang="zh-CN" sz="1200" b="1" kern="0" dirty="0" err="1">
                  <a:latin typeface="Consolas" panose="020B0609020204030204" pitchFamily="49" charset="0"/>
                </a:rPr>
                <a:t>cancelOrder</a:t>
              </a:r>
              <a:r>
                <a:rPr lang="en-US" altLang="zh-CN" sz="1200" kern="0" dirty="0" err="1">
                  <a:latin typeface="Consolas" panose="020B0609020204030204" pitchFamily="49" charset="0"/>
                </a:rPr>
                <a:t>.</a:t>
              </a:r>
              <a:r>
                <a:rPr lang="en-US" altLang="zh-CN" sz="1200" i="1" kern="0" dirty="0" err="1">
                  <a:latin typeface="Consolas" panose="020B0609020204030204" pitchFamily="49" charset="0"/>
                </a:rPr>
                <a:t>arguments.orderId</a:t>
              </a:r>
              <a:r>
                <a:rPr lang="en-US" altLang="zh-CN" sz="1200" kern="0" dirty="0">
                  <a:latin typeface="Consolas" panose="020B0609020204030204" pitchFamily="49" charset="0"/>
                </a:rPr>
                <a:t>" matches one of "</a:t>
              </a:r>
              <a:r>
                <a:rPr lang="en-US" altLang="zh-CN" sz="1200" b="1" kern="0" dirty="0">
                  <a:latin typeface="Consolas" panose="020B0609020204030204" pitchFamily="49" charset="0"/>
                </a:rPr>
                <a:t>queryOrders</a:t>
              </a:r>
              <a:r>
                <a:rPr lang="en-US" altLang="zh-CN" sz="1200" kern="0" dirty="0">
                  <a:latin typeface="Consolas" panose="020B0609020204030204" pitchFamily="49" charset="0"/>
                </a:rPr>
                <a:t>.</a:t>
              </a:r>
              <a:r>
                <a:rPr lang="en-US" altLang="zh-CN" sz="1200" i="1" kern="0" dirty="0">
                  <a:latin typeface="Consolas" panose="020B0609020204030204" pitchFamily="49" charset="0"/>
                </a:rPr>
                <a:t>results.id</a:t>
              </a:r>
              <a:r>
                <a:rPr lang="en-US" altLang="zh-CN" sz="1200" kern="0" dirty="0">
                  <a:latin typeface="Consolas" panose="020B0609020204030204" pitchFamily="49" charset="0"/>
                </a:rPr>
                <a:t>"</a:t>
              </a:r>
              <a:endParaRPr lang="zh-CN" altLang="en-US" sz="1200" kern="0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: Top Corners Rounded 18">
              <a:extLst>
                <a:ext uri="{FF2B5EF4-FFF2-40B4-BE49-F238E27FC236}">
                  <a16:creationId xmlns:a16="http://schemas.microsoft.com/office/drawing/2014/main" id="{75202D7B-A1D0-7EFF-8E16-66297D690A9A}"/>
                </a:ext>
              </a:extLst>
            </p:cNvPr>
            <p:cNvSpPr/>
            <p:nvPr/>
          </p:nvSpPr>
          <p:spPr>
            <a:xfrm>
              <a:off x="138627" y="343125"/>
              <a:ext cx="3831979" cy="27168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zh-CN" sz="1200" b="1" kern="0" dirty="0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/</a:t>
              </a:r>
              <a:r>
                <a:rPr lang="en-US" altLang="zh-CN" sz="1200" b="1" kern="0" dirty="0" err="1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api</a:t>
              </a:r>
              <a:r>
                <a:rPr lang="en-US" altLang="zh-CN" sz="1200" b="1" kern="0" dirty="0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/v1/</a:t>
              </a:r>
              <a:r>
                <a:rPr lang="en-US" altLang="zh-CN" sz="1200" b="1" kern="0" dirty="0" err="1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queryOrders</a:t>
              </a:r>
              <a:endParaRPr lang="en-US" altLang="zh-CN" sz="1200" b="1" kern="0" dirty="0">
                <a:solidFill>
                  <a:schemeClr val="bg1"/>
                </a:solidFill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7FE857C-58CE-B8D8-7A96-DBE0EEDBBC84}"/>
                </a:ext>
              </a:extLst>
            </p:cNvPr>
            <p:cNvSpPr/>
            <p:nvPr/>
          </p:nvSpPr>
          <p:spPr>
            <a:xfrm>
              <a:off x="138626" y="614813"/>
              <a:ext cx="3831980" cy="20225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time: 2025-03-02 16:22</a:t>
              </a:r>
            </a:p>
            <a:p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sessionId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</a:t>
              </a:r>
              <a:r>
                <a:rPr lang="en-US" altLang="zh-CN" sz="1000" b="1" kern="0" dirty="0">
                  <a:solidFill>
                    <a:schemeClr val="tx1"/>
                  </a:solidFill>
                  <a:highlight>
                    <a:srgbClr val="C0C0C0"/>
                  </a:highlight>
                  <a:latin typeface="Consolas" panose="020B0609020204030204" pitchFamily="49" charset="0"/>
                </a:rPr>
                <a:t>eae15f87</a:t>
              </a:r>
            </a:p>
            <a:p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{ status: 1</a:t>
              </a:r>
            </a:p>
            <a:p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results: [ ......</a:t>
              </a:r>
            </a:p>
            <a:p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{ id: "</a:t>
              </a:r>
              <a:r>
                <a:rPr lang="en-US" altLang="zh-CN" sz="1000" b="1" kern="0" dirty="0">
                  <a:solidFill>
                    <a:schemeClr val="tx1"/>
                  </a:solidFill>
                  <a:highlight>
                    <a:srgbClr val="99CCFF"/>
                  </a:highlight>
                  <a:latin typeface="Consolas" panose="020B0609020204030204" pitchFamily="49" charset="0"/>
                </a:rPr>
                <a:t>fe9c72d9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", 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travelDate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"2024-12-02",</a:t>
              </a:r>
            </a:p>
            <a:p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  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trainNumber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"G6352", to: "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taiyuan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", ...... },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{ id: "c256dcca", 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travelDate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"2024-08-09",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  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trainNumber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"G6686", to: "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changsha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", ...... },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{ id: "a5365782", 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travelDate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"2024-06-05",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  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trainNumber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: "G3508", to: "</a:t>
              </a:r>
              <a:r>
                <a:rPr lang="en-US" altLang="zh-CN" sz="1000" kern="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tianjin</a:t>
              </a:r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", ...... },</a:t>
              </a:r>
            </a:p>
            <a:p>
              <a:r>
                <a:rPr lang="en-US" altLang="zh-CN" sz="1000" kern="0" dirty="0">
                  <a:solidFill>
                    <a:schemeClr val="tx1"/>
                  </a:solidFill>
                  <a:latin typeface="Consolas" panose="020B0609020204030204" pitchFamily="49" charset="0"/>
                </a:rPr>
                <a:t>    ...... ]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565F02F-70C3-826E-33A2-F0400B2F525A}"/>
                </a:ext>
              </a:extLst>
            </p:cNvPr>
            <p:cNvSpPr txBox="1"/>
            <p:nvPr/>
          </p:nvSpPr>
          <p:spPr>
            <a:xfrm>
              <a:off x="138625" y="322449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>
                  <a:solidFill>
                    <a:schemeClr val="bg1"/>
                  </a:solidFill>
                  <a:latin typeface="Linux Libertine" panose="02000503000000000000" pitchFamily="2" charset="0"/>
                  <a:cs typeface="Linux Libertine" panose="02000503000000000000" pitchFamily="2" charset="0"/>
                </a:rPr>
                <a:t>①</a:t>
              </a:r>
              <a:endParaRPr lang="zh-CN" altLang="en-US" sz="1400" b="1" dirty="0">
                <a:solidFill>
                  <a:schemeClr val="bg1"/>
                </a:solidFill>
                <a:latin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24" name="Rectangle: Top Corners Rounded 23">
              <a:extLst>
                <a:ext uri="{FF2B5EF4-FFF2-40B4-BE49-F238E27FC236}">
                  <a16:creationId xmlns:a16="http://schemas.microsoft.com/office/drawing/2014/main" id="{E4E720E8-6579-0152-13B2-6DCEA0D9581E}"/>
                </a:ext>
              </a:extLst>
            </p:cNvPr>
            <p:cNvSpPr/>
            <p:nvPr/>
          </p:nvSpPr>
          <p:spPr>
            <a:xfrm>
              <a:off x="4203704" y="322449"/>
              <a:ext cx="2799075" cy="27168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zh-CN" sz="1200" b="1" kern="0" dirty="0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Normal   /</a:t>
              </a:r>
              <a:r>
                <a:rPr lang="en-US" altLang="zh-CN" sz="1200" b="1" kern="0" dirty="0" err="1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api</a:t>
              </a:r>
              <a:r>
                <a:rPr lang="en-US" altLang="zh-CN" sz="1200" b="1" kern="0" dirty="0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/v1/</a:t>
              </a:r>
              <a:r>
                <a:rPr lang="en-US" altLang="zh-CN" sz="1200" b="1" kern="0" dirty="0" err="1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cancelOrder</a:t>
              </a:r>
              <a:endParaRPr lang="en-US" altLang="zh-CN" sz="1200" b="1" kern="0" dirty="0">
                <a:solidFill>
                  <a:schemeClr val="bg1"/>
                </a:solidFill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9F58132-D2B0-0A96-10D0-DD784F586D2C}"/>
                </a:ext>
              </a:extLst>
            </p:cNvPr>
            <p:cNvSpPr/>
            <p:nvPr/>
          </p:nvSpPr>
          <p:spPr>
            <a:xfrm>
              <a:off x="4203703" y="594137"/>
              <a:ext cx="2799076" cy="8074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/>
              </a:pP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time: 2025-03-02 16:23</a:t>
              </a:r>
            </a:p>
            <a:p>
              <a:pPr>
                <a:defRPr/>
              </a:pPr>
              <a:r>
                <a:rPr lang="en-US" altLang="zh-CN" sz="1000" kern="0" dirty="0" err="1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sessionId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: </a:t>
              </a:r>
              <a:r>
                <a:rPr lang="en-US" altLang="zh-CN" sz="1000" b="1" kern="0" dirty="0">
                  <a:solidFill>
                    <a:prstClr val="black"/>
                  </a:solidFill>
                  <a:highlight>
                    <a:srgbClr val="C0C0C0"/>
                  </a:highlight>
                  <a:latin typeface="Consolas" panose="020B0609020204030204" pitchFamily="49" charset="0"/>
                  <a:ea typeface="等线" panose="02010600030101010101" pitchFamily="2" charset="-122"/>
                </a:rPr>
                <a:t>eae15f87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arguments: { </a:t>
              </a:r>
              <a:r>
                <a:rPr lang="en-US" altLang="zh-CN" sz="1000" kern="0" dirty="0" err="1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orderId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: "</a:t>
              </a:r>
              <a:r>
                <a:rPr lang="en-US" altLang="zh-CN" sz="1000" b="1" kern="0" dirty="0">
                  <a:solidFill>
                    <a:prstClr val="black"/>
                  </a:solidFill>
                  <a:highlight>
                    <a:srgbClr val="99CCFF"/>
                  </a:highlight>
                  <a:latin typeface="Consolas" panose="020B0609020204030204" pitchFamily="49" charset="0"/>
                  <a:ea typeface="等线" panose="02010600030101010101" pitchFamily="2" charset="-122"/>
                </a:rPr>
                <a:t>fe9c72d9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",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  </a:t>
              </a:r>
              <a:r>
                <a:rPr lang="en-US" altLang="zh-CN" sz="1000" kern="0" dirty="0" err="1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loginId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: "df27e80f"} }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AD0A7B8-0234-4645-41D3-88C09245D276}"/>
                </a:ext>
              </a:extLst>
            </p:cNvPr>
            <p:cNvSpPr txBox="1"/>
            <p:nvPr/>
          </p:nvSpPr>
          <p:spPr>
            <a:xfrm>
              <a:off x="4203702" y="301773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solidFill>
                    <a:schemeClr val="bg1"/>
                  </a:solidFill>
                  <a:latin typeface="Linux Libertine" panose="02000503000000000000" pitchFamily="2" charset="0"/>
                  <a:cs typeface="Linux Libertine" panose="02000503000000000000" pitchFamily="2" charset="0"/>
                </a:rPr>
                <a:t>②</a:t>
              </a:r>
            </a:p>
          </p:txBody>
        </p:sp>
        <p:sp>
          <p:nvSpPr>
            <p:cNvPr id="27" name="Rectangle: Top Corners Rounded 26">
              <a:extLst>
                <a:ext uri="{FF2B5EF4-FFF2-40B4-BE49-F238E27FC236}">
                  <a16:creationId xmlns:a16="http://schemas.microsoft.com/office/drawing/2014/main" id="{88C86E7C-D42A-FA20-A1BA-67C855A029A0}"/>
                </a:ext>
              </a:extLst>
            </p:cNvPr>
            <p:cNvSpPr/>
            <p:nvPr/>
          </p:nvSpPr>
          <p:spPr>
            <a:xfrm>
              <a:off x="4203703" y="1558152"/>
              <a:ext cx="2799075" cy="27168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zh-CN" sz="1200" b="1" kern="0" dirty="0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Abnormal   /</a:t>
              </a:r>
              <a:r>
                <a:rPr lang="en-US" altLang="zh-CN" sz="1200" b="1" kern="0" dirty="0" err="1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api</a:t>
              </a:r>
              <a:r>
                <a:rPr lang="en-US" altLang="zh-CN" sz="1200" b="1" kern="0" dirty="0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/v1/</a:t>
              </a:r>
              <a:r>
                <a:rPr lang="en-US" altLang="zh-CN" sz="1200" b="1" kern="0" dirty="0" err="1">
                  <a:solidFill>
                    <a:schemeClr val="bg1"/>
                  </a:solidFill>
                  <a:latin typeface="Linux Libertine" panose="02000503000000000000" pitchFamily="2" charset="0"/>
                  <a:ea typeface="Linux Libertine" panose="02000503000000000000" pitchFamily="2" charset="0"/>
                  <a:cs typeface="Linux Libertine" panose="02000503000000000000" pitchFamily="2" charset="0"/>
                </a:rPr>
                <a:t>cancelOrder</a:t>
              </a:r>
              <a:endParaRPr lang="en-US" altLang="zh-CN" sz="1200" b="1" kern="0" dirty="0">
                <a:solidFill>
                  <a:schemeClr val="bg1"/>
                </a:solidFill>
                <a:latin typeface="Linux Libertine" panose="02000503000000000000" pitchFamily="2" charset="0"/>
                <a:ea typeface="Linux Libertine" panose="02000503000000000000" pitchFamily="2" charset="0"/>
                <a:cs typeface="Linux Libertine" panose="02000503000000000000" pitchFamily="2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FE1200B-2152-FA97-07A0-6FB4E7CA7E6D}"/>
                </a:ext>
              </a:extLst>
            </p:cNvPr>
            <p:cNvSpPr/>
            <p:nvPr/>
          </p:nvSpPr>
          <p:spPr>
            <a:xfrm>
              <a:off x="4203702" y="1829840"/>
              <a:ext cx="2799076" cy="8074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defRPr/>
              </a:pP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time: 2025-03-02 16:23</a:t>
              </a:r>
            </a:p>
            <a:p>
              <a:pPr>
                <a:defRPr/>
              </a:pPr>
              <a:r>
                <a:rPr lang="en-US" altLang="zh-CN" sz="1000" kern="0" dirty="0" err="1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sessionId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: </a:t>
              </a:r>
              <a:r>
                <a:rPr lang="en-US" altLang="zh-CN" sz="1000" b="1" kern="0" dirty="0">
                  <a:solidFill>
                    <a:prstClr val="black"/>
                  </a:solidFill>
                  <a:highlight>
                    <a:srgbClr val="C0C0C0"/>
                  </a:highlight>
                  <a:latin typeface="Consolas" panose="020B0609020204030204" pitchFamily="49" charset="0"/>
                  <a:ea typeface="等线" panose="02010600030101010101" pitchFamily="2" charset="-122"/>
                </a:rPr>
                <a:t>eae15f87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arguments: { </a:t>
              </a:r>
              <a:r>
                <a:rPr lang="en-US" altLang="zh-CN" sz="1000" kern="0" dirty="0" err="1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orderId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: "</a:t>
              </a:r>
              <a:r>
                <a:rPr lang="en-US" altLang="zh-CN" sz="1000" b="1" kern="0" dirty="0">
                  <a:solidFill>
                    <a:srgbClr val="FF0000"/>
                  </a:solidFill>
                  <a:highlight>
                    <a:srgbClr val="99CCFF"/>
                  </a:highlight>
                  <a:latin typeface="Consolas" panose="020B0609020204030204" pitchFamily="49" charset="0"/>
                </a:rPr>
                <a:t>418ea03c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",</a:t>
              </a:r>
            </a:p>
            <a:p>
              <a:pPr>
                <a:defRPr/>
              </a:pP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  </a:t>
              </a:r>
              <a:r>
                <a:rPr lang="en-US" altLang="zh-CN" sz="1000" kern="0" dirty="0" err="1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loginId</a:t>
              </a:r>
              <a:r>
                <a:rPr lang="en-US" altLang="zh-CN" sz="1000" kern="0" dirty="0">
                  <a:solidFill>
                    <a:prstClr val="black"/>
                  </a:solidFill>
                  <a:latin typeface="Consolas" panose="020B0609020204030204" pitchFamily="49" charset="0"/>
                  <a:ea typeface="等线" panose="02010600030101010101" pitchFamily="2" charset="-122"/>
                </a:rPr>
                <a:t>: "df27e80f"} }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C322BD-B4C7-B383-5ADC-72A31898969A}"/>
                </a:ext>
              </a:extLst>
            </p:cNvPr>
            <p:cNvSpPr txBox="1"/>
            <p:nvPr/>
          </p:nvSpPr>
          <p:spPr>
            <a:xfrm>
              <a:off x="4203701" y="1537476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solidFill>
                    <a:schemeClr val="bg1"/>
                  </a:solidFill>
                  <a:latin typeface="Linux Libertine" panose="02000503000000000000" pitchFamily="2" charset="0"/>
                  <a:cs typeface="Linux Libertine" panose="02000503000000000000" pitchFamily="2" charset="0"/>
                </a:rPr>
                <a:t>②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7483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</TotalTime>
  <Words>179</Words>
  <Application>Microsoft Office PowerPoint</Application>
  <PresentationFormat>Custom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Consolas</vt:lpstr>
      <vt:lpstr>Linux Libertine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Wenjie Zhang</dc:creator>
  <cp:lastModifiedBy>Wenjie Zhang</cp:lastModifiedBy>
  <cp:revision>23</cp:revision>
  <dcterms:created xsi:type="dcterms:W3CDTF">2025-09-10T08:25:35Z</dcterms:created>
  <dcterms:modified xsi:type="dcterms:W3CDTF">2025-09-12T08:10:15Z</dcterms:modified>
</cp:coreProperties>
</file>