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8" r:id="rId2"/>
  </p:sldIdLst>
  <p:sldSz cx="11879263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>
        <p:scale>
          <a:sx n="100" d="100"/>
          <a:sy n="100" d="100"/>
        </p:scale>
        <p:origin x="496" y="1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84908" y="589241"/>
            <a:ext cx="8909447" cy="1253490"/>
          </a:xfrm>
        </p:spPr>
        <p:txBody>
          <a:bodyPr anchor="b"/>
          <a:lstStyle>
            <a:lvl1pPr algn="ctr">
              <a:defRPr sz="315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4908" y="1891070"/>
            <a:ext cx="8909447" cy="869275"/>
          </a:xfrm>
        </p:spPr>
        <p:txBody>
          <a:bodyPr/>
          <a:lstStyle>
            <a:lvl1pPr marL="0" indent="0" algn="ctr">
              <a:buNone/>
              <a:defRPr sz="1260"/>
            </a:lvl1pPr>
            <a:lvl2pPr marL="240030" indent="0" algn="ctr">
              <a:buNone/>
              <a:defRPr sz="1050"/>
            </a:lvl2pPr>
            <a:lvl3pPr marL="480060" indent="0" algn="ctr">
              <a:buNone/>
              <a:defRPr sz="945"/>
            </a:lvl3pPr>
            <a:lvl4pPr marL="720090" indent="0" algn="ctr">
              <a:buNone/>
              <a:defRPr sz="840"/>
            </a:lvl4pPr>
            <a:lvl5pPr marL="960120" indent="0" algn="ctr">
              <a:buNone/>
              <a:defRPr sz="840"/>
            </a:lvl5pPr>
            <a:lvl6pPr marL="1200150" indent="0" algn="ctr">
              <a:buNone/>
              <a:defRPr sz="840"/>
            </a:lvl6pPr>
            <a:lvl7pPr marL="1440180" indent="0" algn="ctr">
              <a:buNone/>
              <a:defRPr sz="840"/>
            </a:lvl7pPr>
            <a:lvl8pPr marL="1680210" indent="0" algn="ctr">
              <a:buNone/>
              <a:defRPr sz="840"/>
            </a:lvl8pPr>
            <a:lvl9pPr marL="1920240" indent="0" algn="ctr">
              <a:buNone/>
              <a:defRPr sz="84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D4D00-3F8B-46B7-A948-703FC942F71C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F6222-AA05-40BD-BF7B-66C69EF5D2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0936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D4D00-3F8B-46B7-A948-703FC942F71C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F6222-AA05-40BD-BF7B-66C69EF5D2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0129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512" y="897613"/>
            <a:ext cx="10245864" cy="1497687"/>
          </a:xfrm>
        </p:spPr>
        <p:txBody>
          <a:bodyPr anchor="b"/>
          <a:lstStyle>
            <a:lvl1pPr>
              <a:defRPr sz="315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512" y="2409468"/>
            <a:ext cx="10245864" cy="787598"/>
          </a:xfrm>
        </p:spPr>
        <p:txBody>
          <a:bodyPr/>
          <a:lstStyle>
            <a:lvl1pPr marL="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1pPr>
            <a:lvl2pPr marL="240030" indent="0">
              <a:buNone/>
              <a:defRPr sz="1050">
                <a:solidFill>
                  <a:schemeClr val="tx1">
                    <a:tint val="82000"/>
                  </a:schemeClr>
                </a:solidFill>
              </a:defRPr>
            </a:lvl2pPr>
            <a:lvl3pPr marL="48006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3pPr>
            <a:lvl4pPr marL="72009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4pPr>
            <a:lvl5pPr marL="96012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5pPr>
            <a:lvl6pPr marL="120015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6pPr>
            <a:lvl7pPr marL="144018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7pPr>
            <a:lvl8pPr marL="168021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8pPr>
            <a:lvl9pPr marL="192024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D4D00-3F8B-46B7-A948-703FC942F71C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F6222-AA05-40BD-BF7B-66C69EF5D2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359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6699" y="958453"/>
            <a:ext cx="5048687" cy="228445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3877" y="958453"/>
            <a:ext cx="5048687" cy="228445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D4D00-3F8B-46B7-A948-703FC942F71C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F6222-AA05-40BD-BF7B-66C69EF5D2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5830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8247" y="191691"/>
            <a:ext cx="10245864" cy="69592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8247" y="882610"/>
            <a:ext cx="5025485" cy="432554"/>
          </a:xfrm>
        </p:spPr>
        <p:txBody>
          <a:bodyPr anchor="b"/>
          <a:lstStyle>
            <a:lvl1pPr marL="0" indent="0">
              <a:buNone/>
              <a:defRPr sz="1260" b="1"/>
            </a:lvl1pPr>
            <a:lvl2pPr marL="240030" indent="0">
              <a:buNone/>
              <a:defRPr sz="1050" b="1"/>
            </a:lvl2pPr>
            <a:lvl3pPr marL="480060" indent="0">
              <a:buNone/>
              <a:defRPr sz="945" b="1"/>
            </a:lvl3pPr>
            <a:lvl4pPr marL="720090" indent="0">
              <a:buNone/>
              <a:defRPr sz="840" b="1"/>
            </a:lvl4pPr>
            <a:lvl5pPr marL="960120" indent="0">
              <a:buNone/>
              <a:defRPr sz="840" b="1"/>
            </a:lvl5pPr>
            <a:lvl6pPr marL="1200150" indent="0">
              <a:buNone/>
              <a:defRPr sz="840" b="1"/>
            </a:lvl6pPr>
            <a:lvl7pPr marL="1440180" indent="0">
              <a:buNone/>
              <a:defRPr sz="840" b="1"/>
            </a:lvl7pPr>
            <a:lvl8pPr marL="1680210" indent="0">
              <a:buNone/>
              <a:defRPr sz="840" b="1"/>
            </a:lvl8pPr>
            <a:lvl9pPr marL="1920240" indent="0">
              <a:buNone/>
              <a:defRPr sz="84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8247" y="1315164"/>
            <a:ext cx="5025485" cy="193440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13877" y="882610"/>
            <a:ext cx="5050234" cy="432554"/>
          </a:xfrm>
        </p:spPr>
        <p:txBody>
          <a:bodyPr anchor="b"/>
          <a:lstStyle>
            <a:lvl1pPr marL="0" indent="0">
              <a:buNone/>
              <a:defRPr sz="1260" b="1"/>
            </a:lvl1pPr>
            <a:lvl2pPr marL="240030" indent="0">
              <a:buNone/>
              <a:defRPr sz="1050" b="1"/>
            </a:lvl2pPr>
            <a:lvl3pPr marL="480060" indent="0">
              <a:buNone/>
              <a:defRPr sz="945" b="1"/>
            </a:lvl3pPr>
            <a:lvl4pPr marL="720090" indent="0">
              <a:buNone/>
              <a:defRPr sz="840" b="1"/>
            </a:lvl4pPr>
            <a:lvl5pPr marL="960120" indent="0">
              <a:buNone/>
              <a:defRPr sz="840" b="1"/>
            </a:lvl5pPr>
            <a:lvl6pPr marL="1200150" indent="0">
              <a:buNone/>
              <a:defRPr sz="840" b="1"/>
            </a:lvl6pPr>
            <a:lvl7pPr marL="1440180" indent="0">
              <a:buNone/>
              <a:defRPr sz="840" b="1"/>
            </a:lvl7pPr>
            <a:lvl8pPr marL="1680210" indent="0">
              <a:buNone/>
              <a:defRPr sz="840" b="1"/>
            </a:lvl8pPr>
            <a:lvl9pPr marL="1920240" indent="0">
              <a:buNone/>
              <a:defRPr sz="84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13877" y="1315164"/>
            <a:ext cx="5050234" cy="193440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D4D00-3F8B-46B7-A948-703FC942F71C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F6222-AA05-40BD-BF7B-66C69EF5D2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945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D4D00-3F8B-46B7-A948-703FC942F71C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F6222-AA05-40BD-BF7B-66C69EF5D2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67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D4D00-3F8B-46B7-A948-703FC942F71C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F6222-AA05-40BD-BF7B-66C69EF5D2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858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8247" y="240030"/>
            <a:ext cx="3831371" cy="840105"/>
          </a:xfrm>
        </p:spPr>
        <p:txBody>
          <a:bodyPr anchor="b"/>
          <a:lstStyle>
            <a:lvl1pPr>
              <a:defRPr sz="168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50234" y="518398"/>
            <a:ext cx="6013877" cy="2558653"/>
          </a:xfrm>
        </p:spPr>
        <p:txBody>
          <a:bodyPr/>
          <a:lstStyle>
            <a:lvl1pPr>
              <a:defRPr sz="1680"/>
            </a:lvl1pPr>
            <a:lvl2pPr>
              <a:defRPr sz="1470"/>
            </a:lvl2pPr>
            <a:lvl3pPr>
              <a:defRPr sz="126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8247" y="1080135"/>
            <a:ext cx="3831371" cy="2001084"/>
          </a:xfrm>
        </p:spPr>
        <p:txBody>
          <a:bodyPr/>
          <a:lstStyle>
            <a:lvl1pPr marL="0" indent="0">
              <a:buNone/>
              <a:defRPr sz="840"/>
            </a:lvl1pPr>
            <a:lvl2pPr marL="240030" indent="0">
              <a:buNone/>
              <a:defRPr sz="735"/>
            </a:lvl2pPr>
            <a:lvl3pPr marL="480060" indent="0">
              <a:buNone/>
              <a:defRPr sz="630"/>
            </a:lvl3pPr>
            <a:lvl4pPr marL="720090" indent="0">
              <a:buNone/>
              <a:defRPr sz="525"/>
            </a:lvl4pPr>
            <a:lvl5pPr marL="960120" indent="0">
              <a:buNone/>
              <a:defRPr sz="525"/>
            </a:lvl5pPr>
            <a:lvl6pPr marL="1200150" indent="0">
              <a:buNone/>
              <a:defRPr sz="525"/>
            </a:lvl6pPr>
            <a:lvl7pPr marL="1440180" indent="0">
              <a:buNone/>
              <a:defRPr sz="525"/>
            </a:lvl7pPr>
            <a:lvl8pPr marL="1680210" indent="0">
              <a:buNone/>
              <a:defRPr sz="525"/>
            </a:lvl8pPr>
            <a:lvl9pPr marL="1920240" indent="0">
              <a:buNone/>
              <a:defRPr sz="52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D4D00-3F8B-46B7-A948-703FC942F71C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F6222-AA05-40BD-BF7B-66C69EF5D2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882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8247" y="240030"/>
            <a:ext cx="3831371" cy="840105"/>
          </a:xfrm>
        </p:spPr>
        <p:txBody>
          <a:bodyPr anchor="b"/>
          <a:lstStyle>
            <a:lvl1pPr>
              <a:defRPr sz="168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50234" y="518398"/>
            <a:ext cx="6013877" cy="2558653"/>
          </a:xfrm>
        </p:spPr>
        <p:txBody>
          <a:bodyPr anchor="t"/>
          <a:lstStyle>
            <a:lvl1pPr marL="0" indent="0">
              <a:buNone/>
              <a:defRPr sz="1680"/>
            </a:lvl1pPr>
            <a:lvl2pPr marL="240030" indent="0">
              <a:buNone/>
              <a:defRPr sz="1470"/>
            </a:lvl2pPr>
            <a:lvl3pPr marL="480060" indent="0">
              <a:buNone/>
              <a:defRPr sz="1260"/>
            </a:lvl3pPr>
            <a:lvl4pPr marL="720090" indent="0">
              <a:buNone/>
              <a:defRPr sz="1050"/>
            </a:lvl4pPr>
            <a:lvl5pPr marL="960120" indent="0">
              <a:buNone/>
              <a:defRPr sz="1050"/>
            </a:lvl5pPr>
            <a:lvl6pPr marL="1200150" indent="0">
              <a:buNone/>
              <a:defRPr sz="1050"/>
            </a:lvl6pPr>
            <a:lvl7pPr marL="1440180" indent="0">
              <a:buNone/>
              <a:defRPr sz="1050"/>
            </a:lvl7pPr>
            <a:lvl8pPr marL="1680210" indent="0">
              <a:buNone/>
              <a:defRPr sz="1050"/>
            </a:lvl8pPr>
            <a:lvl9pPr marL="1920240" indent="0">
              <a:buNone/>
              <a:defRPr sz="105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8247" y="1080135"/>
            <a:ext cx="3831371" cy="2001084"/>
          </a:xfrm>
        </p:spPr>
        <p:txBody>
          <a:bodyPr/>
          <a:lstStyle>
            <a:lvl1pPr marL="0" indent="0">
              <a:buNone/>
              <a:defRPr sz="840"/>
            </a:lvl1pPr>
            <a:lvl2pPr marL="240030" indent="0">
              <a:buNone/>
              <a:defRPr sz="735"/>
            </a:lvl2pPr>
            <a:lvl3pPr marL="480060" indent="0">
              <a:buNone/>
              <a:defRPr sz="630"/>
            </a:lvl3pPr>
            <a:lvl4pPr marL="720090" indent="0">
              <a:buNone/>
              <a:defRPr sz="525"/>
            </a:lvl4pPr>
            <a:lvl5pPr marL="960120" indent="0">
              <a:buNone/>
              <a:defRPr sz="525"/>
            </a:lvl5pPr>
            <a:lvl6pPr marL="1200150" indent="0">
              <a:buNone/>
              <a:defRPr sz="525"/>
            </a:lvl6pPr>
            <a:lvl7pPr marL="1440180" indent="0">
              <a:buNone/>
              <a:defRPr sz="525"/>
            </a:lvl7pPr>
            <a:lvl8pPr marL="1680210" indent="0">
              <a:buNone/>
              <a:defRPr sz="525"/>
            </a:lvl8pPr>
            <a:lvl9pPr marL="1920240" indent="0">
              <a:buNone/>
              <a:defRPr sz="52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D4D00-3F8B-46B7-A948-703FC942F71C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F6222-AA05-40BD-BF7B-66C69EF5D2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2288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D4D00-3F8B-46B7-A948-703FC942F71C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F6222-AA05-40BD-BF7B-66C69EF5D2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437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01098" y="191691"/>
            <a:ext cx="2561466" cy="305121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6700" y="191691"/>
            <a:ext cx="7535907" cy="305121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D4D00-3F8B-46B7-A948-703FC942F71C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F6222-AA05-40BD-BF7B-66C69EF5D2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112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6700" y="191691"/>
            <a:ext cx="10245864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6700" y="958453"/>
            <a:ext cx="10245864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16699" y="3337084"/>
            <a:ext cx="2672834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3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4D4D00-3F8B-46B7-A948-703FC942F71C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35006" y="3337084"/>
            <a:ext cx="400925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3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89730" y="3337084"/>
            <a:ext cx="2672834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3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8F6222-AA05-40BD-BF7B-66C69EF5D2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459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480060" rtl="0" eaLnBrk="1" latinLnBrk="0" hangingPunct="1">
        <a:lnSpc>
          <a:spcPct val="90000"/>
        </a:lnSpc>
        <a:spcBef>
          <a:spcPct val="0"/>
        </a:spcBef>
        <a:buNone/>
        <a:defRPr sz="231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0015" indent="-120015" algn="l" defTabSz="48006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470" kern="1200">
          <a:solidFill>
            <a:schemeClr val="tx1"/>
          </a:solidFill>
          <a:latin typeface="+mn-lt"/>
          <a:ea typeface="+mn-ea"/>
          <a:cs typeface="+mn-cs"/>
        </a:defRPr>
      </a:lvl1pPr>
      <a:lvl2pPr marL="36004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2pPr>
      <a:lvl3pPr marL="60007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3pPr>
      <a:lvl4pPr marL="84010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4pPr>
      <a:lvl5pPr marL="108013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5pPr>
      <a:lvl6pPr marL="132016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6pPr>
      <a:lvl7pPr marL="156019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8pPr>
      <a:lvl9pPr marL="204025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1pPr>
      <a:lvl2pPr marL="24003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8006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3pPr>
      <a:lvl4pPr marL="72009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4pPr>
      <a:lvl5pPr marL="96012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5pPr>
      <a:lvl6pPr marL="120015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6pPr>
      <a:lvl7pPr marL="144018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7pPr>
      <a:lvl8pPr marL="168021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8pPr>
      <a:lvl9pPr marL="192024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D66F1672-B316-35E0-2AE6-7270CA518323}"/>
              </a:ext>
            </a:extLst>
          </p:cNvPr>
          <p:cNvGrpSpPr/>
          <p:nvPr/>
        </p:nvGrpSpPr>
        <p:grpSpPr>
          <a:xfrm>
            <a:off x="156405" y="130860"/>
            <a:ext cx="11566455" cy="3338735"/>
            <a:chOff x="107985" y="130860"/>
            <a:chExt cx="11566455" cy="3338735"/>
          </a:xfrm>
        </p:grpSpPr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BFAEC8D1-8D4B-B846-0B61-3AE372F8EAE2}"/>
                </a:ext>
              </a:extLst>
            </p:cNvPr>
            <p:cNvGrpSpPr/>
            <p:nvPr/>
          </p:nvGrpSpPr>
          <p:grpSpPr>
            <a:xfrm>
              <a:off x="107985" y="275562"/>
              <a:ext cx="3612841" cy="3049330"/>
              <a:chOff x="365200" y="1015903"/>
              <a:chExt cx="4956100" cy="2413097"/>
            </a:xfrm>
          </p:grpSpPr>
          <p:sp>
            <p:nvSpPr>
              <p:cNvPr id="15" name="Rectangle: Top Corners Rounded 18">
                <a:extLst>
                  <a:ext uri="{FF2B5EF4-FFF2-40B4-BE49-F238E27FC236}">
                    <a16:creationId xmlns:a16="http://schemas.microsoft.com/office/drawing/2014/main" id="{FB114C75-9325-FE3E-AFE5-049FD17EB5A7}"/>
                  </a:ext>
                </a:extLst>
              </p:cNvPr>
              <p:cNvSpPr/>
              <p:nvPr/>
            </p:nvSpPr>
            <p:spPr>
              <a:xfrm>
                <a:off x="365201" y="1015903"/>
                <a:ext cx="4956099" cy="271688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ysClr val="windowText" lastClr="000000"/>
              </a:solidFill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>
                  <a:defRPr/>
                </a:pPr>
                <a:r>
                  <a:rPr lang="en-US" altLang="zh-CN" sz="1200" b="1" kern="0" dirty="0">
                    <a:solidFill>
                      <a:prstClr val="white"/>
                    </a:solidFill>
                    <a:latin typeface="Linux Libertine" panose="02000503000000000000" pitchFamily="2" charset="0"/>
                    <a:ea typeface="Linux Libertine" panose="02000503000000000000" pitchFamily="2" charset="0"/>
                    <a:cs typeface="Linux Libertine" panose="02000503000000000000" pitchFamily="2" charset="0"/>
                  </a:rPr>
                  <a:t>JSON Fields (</a:t>
                </a:r>
                <a:r>
                  <a:rPr lang="en-US" altLang="zh-CN" sz="1200" b="1" kern="0" dirty="0" err="1">
                    <a:solidFill>
                      <a:prstClr val="white"/>
                    </a:solidFill>
                    <a:latin typeface="Linux Libertine" panose="02000503000000000000" pitchFamily="2" charset="0"/>
                    <a:ea typeface="Linux Libertine" panose="02000503000000000000" pitchFamily="2" charset="0"/>
                    <a:cs typeface="Linux Libertine" panose="02000503000000000000" pitchFamily="2" charset="0"/>
                  </a:rPr>
                  <a:t>cancelOrder</a:t>
                </a:r>
                <a:r>
                  <a:rPr lang="en-US" altLang="zh-CN" sz="1200" b="1" kern="0" dirty="0">
                    <a:solidFill>
                      <a:prstClr val="white"/>
                    </a:solidFill>
                    <a:latin typeface="Linux Libertine" panose="02000503000000000000" pitchFamily="2" charset="0"/>
                    <a:ea typeface="Linux Libertine" panose="02000503000000000000" pitchFamily="2" charset="0"/>
                    <a:cs typeface="Linux Libertine" panose="02000503000000000000" pitchFamily="2" charset="0"/>
                  </a:rPr>
                  <a:t> - </a:t>
                </a:r>
                <a:r>
                  <a:rPr lang="en-US" altLang="zh-CN" sz="1200" b="1" kern="0" dirty="0" err="1">
                    <a:solidFill>
                      <a:prstClr val="white"/>
                    </a:solidFill>
                    <a:latin typeface="Linux Libertine" panose="02000503000000000000" pitchFamily="2" charset="0"/>
                    <a:ea typeface="Linux Libertine" panose="02000503000000000000" pitchFamily="2" charset="0"/>
                    <a:cs typeface="Linux Libertine" panose="02000503000000000000" pitchFamily="2" charset="0"/>
                  </a:rPr>
                  <a:t>queryOrders</a:t>
                </a:r>
                <a:r>
                  <a:rPr lang="en-US" altLang="zh-CN" sz="1200" b="1" kern="0" dirty="0">
                    <a:solidFill>
                      <a:prstClr val="white"/>
                    </a:solidFill>
                    <a:latin typeface="Linux Libertine" panose="02000503000000000000" pitchFamily="2" charset="0"/>
                    <a:ea typeface="Linux Libertine" panose="02000503000000000000" pitchFamily="2" charset="0"/>
                    <a:cs typeface="Linux Libertine" panose="02000503000000000000" pitchFamily="2" charset="0"/>
                  </a:rPr>
                  <a:t>)</a:t>
                </a:r>
              </a:p>
            </p:txBody>
          </p:sp>
          <p:sp>
            <p:nvSpPr>
              <p:cNvPr id="16" name="Rectangle 20">
                <a:extLst>
                  <a:ext uri="{FF2B5EF4-FFF2-40B4-BE49-F238E27FC236}">
                    <a16:creationId xmlns:a16="http://schemas.microsoft.com/office/drawing/2014/main" id="{CBBC9A31-A035-8378-577F-FD26838C2CB5}"/>
                  </a:ext>
                </a:extLst>
              </p:cNvPr>
              <p:cNvSpPr/>
              <p:nvPr/>
            </p:nvSpPr>
            <p:spPr>
              <a:xfrm>
                <a:off x="365200" y="1287590"/>
                <a:ext cx="4956100" cy="214141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r>
                  <a:rPr lang="en-US" altLang="zh-CN" sz="1000" kern="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time: 2025-03-02 16:22</a:t>
                </a:r>
              </a:p>
              <a:p>
                <a:r>
                  <a:rPr lang="en-US" altLang="zh-CN" sz="1000" kern="0" dirty="0" err="1">
                    <a:solidFill>
                      <a:prstClr val="black"/>
                    </a:solidFill>
                    <a:latin typeface="Consolas" panose="020B0609020204030204" pitchFamily="49" charset="0"/>
                  </a:rPr>
                  <a:t>sessionId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: eae15f87</a:t>
                </a:r>
              </a:p>
              <a:p>
                <a:r>
                  <a:rPr lang="en-US" altLang="zh-CN" sz="1000" kern="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{ status: 1,</a:t>
                </a:r>
              </a:p>
              <a:p>
                <a:r>
                  <a:rPr lang="en-US" altLang="zh-CN" sz="1000" kern="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  arguments: { </a:t>
                </a:r>
                <a:r>
                  <a:rPr lang="en-US" altLang="zh-CN" sz="1000" kern="0" dirty="0" err="1">
                    <a:solidFill>
                      <a:prstClr val="black"/>
                    </a:solidFill>
                    <a:latin typeface="Consolas" panose="020B0609020204030204" pitchFamily="49" charset="0"/>
                  </a:rPr>
                  <a:t>orderId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: "fe9c72d9", </a:t>
                </a:r>
                <a:r>
                  <a:rPr lang="en-US" altLang="zh-CN" sz="1000" kern="0" dirty="0" err="1">
                    <a:solidFill>
                      <a:prstClr val="black"/>
                    </a:solidFill>
                    <a:latin typeface="Consolas" panose="020B0609020204030204" pitchFamily="49" charset="0"/>
                  </a:rPr>
                  <a:t>loginId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: "df27e80f" },</a:t>
                </a:r>
              </a:p>
              <a:p>
                <a:r>
                  <a:rPr lang="en-US" altLang="zh-CN" sz="1000" kern="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  env: { </a:t>
                </a:r>
                <a:r>
                  <a:rPr lang="en-US" altLang="zh-CN" sz="1000" kern="0" dirty="0" err="1">
                    <a:solidFill>
                      <a:prstClr val="black"/>
                    </a:solidFill>
                    <a:latin typeface="Consolas" panose="020B0609020204030204" pitchFamily="49" charset="0"/>
                  </a:rPr>
                  <a:t>user_id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: "df27e80f", </a:t>
                </a:r>
                <a:r>
                  <a:rPr lang="en-US" altLang="zh-CN" sz="1000" kern="0" dirty="0" err="1">
                    <a:solidFill>
                      <a:prstClr val="black"/>
                    </a:solidFill>
                    <a:latin typeface="Consolas" panose="020B0609020204030204" pitchFamily="49" charset="0"/>
                  </a:rPr>
                  <a:t>is_user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: true, </a:t>
                </a:r>
                <a:r>
                  <a:rPr lang="en-US" altLang="zh-CN" sz="1000" kern="0" dirty="0" err="1">
                    <a:solidFill>
                      <a:prstClr val="black"/>
                    </a:solidFill>
                    <a:latin typeface="Consolas" panose="020B0609020204030204" pitchFamily="49" charset="0"/>
                  </a:rPr>
                  <a:t>is_admin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: false },</a:t>
                </a:r>
              </a:p>
              <a:p>
                <a:r>
                  <a:rPr lang="en-US" altLang="zh-CN" sz="1000" kern="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  qi: { </a:t>
                </a:r>
                <a:r>
                  <a:rPr lang="en-US" altLang="zh-CN" sz="1000" kern="0" dirty="0" err="1">
                    <a:solidFill>
                      <a:prstClr val="black"/>
                    </a:solidFill>
                    <a:latin typeface="Consolas" panose="020B0609020204030204" pitchFamily="49" charset="0"/>
                  </a:rPr>
                  <a:t>loginId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: "0x1234", state: 0, </a:t>
                </a:r>
                <a:r>
                  <a:rPr lang="en-US" altLang="zh-CN" sz="1000" kern="0" dirty="0" err="1">
                    <a:solidFill>
                      <a:prstClr val="black"/>
                    </a:solidFill>
                    <a:latin typeface="Consolas" panose="020B0609020204030204" pitchFamily="49" charset="0"/>
                  </a:rPr>
                  <a:t>accountId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: "0x2345" },</a:t>
                </a:r>
              </a:p>
              <a:p>
                <a:r>
                  <a:rPr lang="en-US" altLang="zh-CN" sz="1000" kern="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  results: [</a:t>
                </a:r>
              </a:p>
              <a:p>
                <a:r>
                  <a:rPr lang="en-US" altLang="zh-CN" sz="1000" kern="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    { id: "1bf1f21e", </a:t>
                </a:r>
                <a:r>
                  <a:rPr lang="en-US" altLang="zh-CN" sz="1000" kern="0" dirty="0" err="1">
                    <a:solidFill>
                      <a:prstClr val="black"/>
                    </a:solidFill>
                    <a:latin typeface="Consolas" panose="020B0609020204030204" pitchFamily="49" charset="0"/>
                  </a:rPr>
                  <a:t>boughtDate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: "2024-11-27 19:59:00", </a:t>
                </a:r>
                <a:r>
                  <a:rPr lang="en-US" altLang="zh-CN" sz="1000" kern="0" dirty="0" err="1">
                    <a:solidFill>
                      <a:prstClr val="black"/>
                    </a:solidFill>
                    <a:latin typeface="Consolas" panose="020B0609020204030204" pitchFamily="49" charset="0"/>
                  </a:rPr>
                  <a:t>travelDate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: "2024-12-02", </a:t>
                </a:r>
                <a:r>
                  <a:rPr lang="en-US" altLang="zh-CN" sz="1000" kern="0" dirty="0" err="1">
                    <a:solidFill>
                      <a:prstClr val="black"/>
                    </a:solidFill>
                    <a:latin typeface="Consolas" panose="020B0609020204030204" pitchFamily="49" charset="0"/>
                  </a:rPr>
                  <a:t>travelTime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: "2024-11-22 10:12:00", </a:t>
                </a:r>
                <a:r>
                  <a:rPr lang="en-US" altLang="zh-CN" sz="1000" kern="0" dirty="0" err="1">
                    <a:solidFill>
                      <a:prstClr val="black"/>
                    </a:solidFill>
                    <a:latin typeface="Consolas" panose="020B0609020204030204" pitchFamily="49" charset="0"/>
                  </a:rPr>
                  <a:t>accountId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: "df27e80f", ... },</a:t>
                </a:r>
              </a:p>
              <a:p>
                <a:r>
                  <a:rPr lang="en-US" altLang="zh-CN" sz="1000" kern="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    ...</a:t>
                </a:r>
              </a:p>
              <a:p>
                <a:r>
                  <a:rPr lang="en-US" altLang="zh-CN" sz="1000" kern="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  ]</a:t>
                </a:r>
              </a:p>
              <a:p>
                <a:r>
                  <a:rPr lang="en-US" altLang="zh-CN" sz="1000" kern="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}</a:t>
                </a:r>
              </a:p>
            </p:txBody>
          </p:sp>
        </p:grpSp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33D113A5-CC14-F643-6ADE-EA00EC755CE5}"/>
                </a:ext>
              </a:extLst>
            </p:cNvPr>
            <p:cNvGrpSpPr/>
            <p:nvPr/>
          </p:nvGrpSpPr>
          <p:grpSpPr>
            <a:xfrm>
              <a:off x="8816937" y="130860"/>
              <a:ext cx="2857503" cy="3338735"/>
              <a:chOff x="7372348" y="661665"/>
              <a:chExt cx="2857503" cy="3338735"/>
            </a:xfrm>
          </p:grpSpPr>
          <p:grpSp>
            <p:nvGrpSpPr>
              <p:cNvPr id="35" name="组合 34">
                <a:extLst>
                  <a:ext uri="{FF2B5EF4-FFF2-40B4-BE49-F238E27FC236}">
                    <a16:creationId xmlns:a16="http://schemas.microsoft.com/office/drawing/2014/main" id="{80637251-CD36-9AD1-E616-C262F19D4498}"/>
                  </a:ext>
                </a:extLst>
              </p:cNvPr>
              <p:cNvGrpSpPr/>
              <p:nvPr/>
            </p:nvGrpSpPr>
            <p:grpSpPr>
              <a:xfrm>
                <a:off x="7372349" y="661665"/>
                <a:ext cx="2857502" cy="871507"/>
                <a:chOff x="7372349" y="661665"/>
                <a:chExt cx="2857502" cy="871507"/>
              </a:xfrm>
            </p:grpSpPr>
            <p:sp>
              <p:nvSpPr>
                <p:cNvPr id="24" name="Rectangle: Top Corners Rounded 18">
                  <a:extLst>
                    <a:ext uri="{FF2B5EF4-FFF2-40B4-BE49-F238E27FC236}">
                      <a16:creationId xmlns:a16="http://schemas.microsoft.com/office/drawing/2014/main" id="{9DB308EC-8AE4-F1DF-E2A7-4E34EB97A99E}"/>
                    </a:ext>
                  </a:extLst>
                </p:cNvPr>
                <p:cNvSpPr/>
                <p:nvPr/>
              </p:nvSpPr>
              <p:spPr>
                <a:xfrm>
                  <a:off x="7372350" y="661665"/>
                  <a:ext cx="2857501" cy="271688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Text" lastClr="000000"/>
                </a:solidFill>
                <a:ln w="127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r>
                    <a:rPr lang="en-US" altLang="zh-CN" sz="1200" b="1" kern="0" dirty="0">
                      <a:solidFill>
                        <a:prstClr val="white"/>
                      </a:solidFill>
                      <a:latin typeface="Linux Libertine" panose="02000503000000000000" pitchFamily="2" charset="0"/>
                      <a:ea typeface="Linux Libertine" panose="02000503000000000000" pitchFamily="2" charset="0"/>
                      <a:cs typeface="Linux Libertine" panose="02000503000000000000" pitchFamily="2" charset="0"/>
                    </a:rPr>
                    <a:t>Cluster 1</a:t>
                  </a:r>
                </a:p>
              </p:txBody>
            </p:sp>
            <p:sp>
              <p:nvSpPr>
                <p:cNvPr id="25" name="Rectangle 20">
                  <a:extLst>
                    <a:ext uri="{FF2B5EF4-FFF2-40B4-BE49-F238E27FC236}">
                      <a16:creationId xmlns:a16="http://schemas.microsoft.com/office/drawing/2014/main" id="{655FC715-B593-7EE6-EA1D-5D3C31EA49BF}"/>
                    </a:ext>
                  </a:extLst>
                </p:cNvPr>
                <p:cNvSpPr/>
                <p:nvPr/>
              </p:nvSpPr>
              <p:spPr>
                <a:xfrm>
                  <a:off x="7372349" y="933352"/>
                  <a:ext cx="2857502" cy="599820"/>
                </a:xfrm>
                <a:prstGeom prst="rect">
                  <a:avLst/>
                </a:prstGeom>
                <a:solidFill>
                  <a:sysClr val="window" lastClr="FFFFFF"/>
                </a:solidFill>
                <a:ln w="1905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r>
                    <a:rPr lang="en-US" altLang="zh-CN" sz="1000" kern="0" dirty="0" err="1">
                      <a:solidFill>
                        <a:prstClr val="black"/>
                      </a:solidFill>
                      <a:latin typeface="Consolas" panose="020B0609020204030204" pitchFamily="49" charset="0"/>
                    </a:rPr>
                    <a:t>arguments.orderId</a:t>
                  </a:r>
                  <a:r>
                    <a:rPr lang="en-US" altLang="zh-CN" sz="1000" kern="0" dirty="0">
                      <a:solidFill>
                        <a:prstClr val="black"/>
                      </a:solidFill>
                      <a:latin typeface="Consolas" panose="020B0609020204030204" pitchFamily="49" charset="0"/>
                    </a:rPr>
                    <a:t>: "fe9c72d9"</a:t>
                  </a:r>
                </a:p>
                <a:p>
                  <a:r>
                    <a:rPr lang="en-US" altLang="zh-CN" sz="1000" kern="0" dirty="0" err="1">
                      <a:solidFill>
                        <a:prstClr val="black"/>
                      </a:solidFill>
                      <a:latin typeface="Consolas" panose="020B0609020204030204" pitchFamily="49" charset="0"/>
                    </a:rPr>
                    <a:t>response.data</a:t>
                  </a:r>
                  <a:r>
                    <a:rPr lang="en-US" altLang="zh-CN" sz="1000" kern="0" dirty="0">
                      <a:solidFill>
                        <a:prstClr val="black"/>
                      </a:solidFill>
                      <a:latin typeface="Consolas" panose="020B0609020204030204" pitchFamily="49" charset="0"/>
                    </a:rPr>
                    <a:t>[joined].id: "fe9c72d9"</a:t>
                  </a:r>
                </a:p>
              </p:txBody>
            </p:sp>
          </p:grpSp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4E96F1E4-2585-A5CD-30EE-67C5C1C0A220}"/>
                  </a:ext>
                </a:extLst>
              </p:cNvPr>
              <p:cNvGrpSpPr/>
              <p:nvPr/>
            </p:nvGrpSpPr>
            <p:grpSpPr>
              <a:xfrm>
                <a:off x="7372348" y="1651466"/>
                <a:ext cx="2857502" cy="871507"/>
                <a:chOff x="7372348" y="1684015"/>
                <a:chExt cx="2857502" cy="871507"/>
              </a:xfrm>
            </p:grpSpPr>
            <p:sp>
              <p:nvSpPr>
                <p:cNvPr id="26" name="Rectangle: Top Corners Rounded 18">
                  <a:extLst>
                    <a:ext uri="{FF2B5EF4-FFF2-40B4-BE49-F238E27FC236}">
                      <a16:creationId xmlns:a16="http://schemas.microsoft.com/office/drawing/2014/main" id="{29F279BC-7714-3B2E-26C6-4988031472DD}"/>
                    </a:ext>
                  </a:extLst>
                </p:cNvPr>
                <p:cNvSpPr/>
                <p:nvPr/>
              </p:nvSpPr>
              <p:spPr>
                <a:xfrm>
                  <a:off x="7372349" y="1684015"/>
                  <a:ext cx="2857501" cy="271688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Text" lastClr="000000"/>
                </a:solidFill>
                <a:ln w="127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r>
                    <a:rPr lang="en-US" altLang="zh-CN" sz="1200" b="1" kern="0" dirty="0">
                      <a:solidFill>
                        <a:prstClr val="white"/>
                      </a:solidFill>
                      <a:latin typeface="Linux Libertine" panose="02000503000000000000" pitchFamily="2" charset="0"/>
                      <a:ea typeface="Linux Libertine" panose="02000503000000000000" pitchFamily="2" charset="0"/>
                      <a:cs typeface="Linux Libertine" panose="02000503000000000000" pitchFamily="2" charset="0"/>
                    </a:rPr>
                    <a:t>Cluster 2</a:t>
                  </a:r>
                </a:p>
              </p:txBody>
            </p:sp>
            <p:sp>
              <p:nvSpPr>
                <p:cNvPr id="27" name="Rectangle 20">
                  <a:extLst>
                    <a:ext uri="{FF2B5EF4-FFF2-40B4-BE49-F238E27FC236}">
                      <a16:creationId xmlns:a16="http://schemas.microsoft.com/office/drawing/2014/main" id="{076C345F-E09D-3190-41CB-F13C2469326F}"/>
                    </a:ext>
                  </a:extLst>
                </p:cNvPr>
                <p:cNvSpPr/>
                <p:nvPr/>
              </p:nvSpPr>
              <p:spPr>
                <a:xfrm>
                  <a:off x="7372348" y="1955702"/>
                  <a:ext cx="2857502" cy="599820"/>
                </a:xfrm>
                <a:prstGeom prst="rect">
                  <a:avLst/>
                </a:prstGeom>
                <a:solidFill>
                  <a:sysClr val="window" lastClr="FFFFFF"/>
                </a:solidFill>
                <a:ln w="1905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r>
                    <a:rPr lang="en-US" altLang="zh-CN" sz="1000" kern="0" dirty="0" err="1">
                      <a:solidFill>
                        <a:prstClr val="black"/>
                      </a:solidFill>
                      <a:latin typeface="Consolas" panose="020B0609020204030204" pitchFamily="49" charset="0"/>
                    </a:rPr>
                    <a:t>response.status</a:t>
                  </a:r>
                  <a:r>
                    <a:rPr lang="en-US" altLang="zh-CN" sz="1000" kern="0" dirty="0">
                      <a:solidFill>
                        <a:prstClr val="black"/>
                      </a:solidFill>
                      <a:latin typeface="Consolas" panose="020B0609020204030204" pitchFamily="49" charset="0"/>
                    </a:rPr>
                    <a:t>: 1</a:t>
                  </a:r>
                </a:p>
                <a:p>
                  <a:r>
                    <a:rPr lang="en-US" altLang="zh-CN" sz="1000" kern="0" dirty="0" err="1">
                      <a:solidFill>
                        <a:prstClr val="black"/>
                      </a:solidFill>
                      <a:latin typeface="Consolas" panose="020B0609020204030204" pitchFamily="49" charset="0"/>
                    </a:rPr>
                    <a:t>response.data</a:t>
                  </a:r>
                  <a:r>
                    <a:rPr lang="en-US" altLang="zh-CN" sz="1000" kern="0" dirty="0">
                      <a:solidFill>
                        <a:prstClr val="black"/>
                      </a:solidFill>
                      <a:latin typeface="Consolas" panose="020B0609020204030204" pitchFamily="49" charset="0"/>
                    </a:rPr>
                    <a:t>[joined].status: 6</a:t>
                  </a:r>
                </a:p>
              </p:txBody>
            </p:sp>
          </p:grpSp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F12630C4-2063-033C-7E45-91AD8B5A9C9D}"/>
                  </a:ext>
                </a:extLst>
              </p:cNvPr>
              <p:cNvGrpSpPr/>
              <p:nvPr/>
            </p:nvGrpSpPr>
            <p:grpSpPr>
              <a:xfrm>
                <a:off x="7372348" y="2641267"/>
                <a:ext cx="2857502" cy="871507"/>
                <a:chOff x="7372348" y="2706364"/>
                <a:chExt cx="2857502" cy="871507"/>
              </a:xfrm>
            </p:grpSpPr>
            <p:sp>
              <p:nvSpPr>
                <p:cNvPr id="28" name="Rectangle: Top Corners Rounded 18">
                  <a:extLst>
                    <a:ext uri="{FF2B5EF4-FFF2-40B4-BE49-F238E27FC236}">
                      <a16:creationId xmlns:a16="http://schemas.microsoft.com/office/drawing/2014/main" id="{B69827F7-8804-DBFA-C409-6D3412BD72DE}"/>
                    </a:ext>
                  </a:extLst>
                </p:cNvPr>
                <p:cNvSpPr/>
                <p:nvPr/>
              </p:nvSpPr>
              <p:spPr>
                <a:xfrm>
                  <a:off x="7372349" y="2706364"/>
                  <a:ext cx="2857501" cy="271688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ysClr val="windowText" lastClr="000000"/>
                </a:solidFill>
                <a:ln w="1270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defRPr/>
                  </a:pPr>
                  <a:r>
                    <a:rPr lang="en-US" altLang="zh-CN" sz="1200" b="1" kern="0" dirty="0">
                      <a:solidFill>
                        <a:prstClr val="white"/>
                      </a:solidFill>
                      <a:latin typeface="Linux Libertine" panose="02000503000000000000" pitchFamily="2" charset="0"/>
                      <a:ea typeface="Linux Libertine" panose="02000503000000000000" pitchFamily="2" charset="0"/>
                      <a:cs typeface="Linux Libertine" panose="02000503000000000000" pitchFamily="2" charset="0"/>
                    </a:rPr>
                    <a:t>Cluster 3</a:t>
                  </a:r>
                </a:p>
              </p:txBody>
            </p:sp>
            <p:sp>
              <p:nvSpPr>
                <p:cNvPr id="29" name="Rectangle 20">
                  <a:extLst>
                    <a:ext uri="{FF2B5EF4-FFF2-40B4-BE49-F238E27FC236}">
                      <a16:creationId xmlns:a16="http://schemas.microsoft.com/office/drawing/2014/main" id="{D6E84D31-2CE6-857C-BCEF-20D79ABD03E3}"/>
                    </a:ext>
                  </a:extLst>
                </p:cNvPr>
                <p:cNvSpPr/>
                <p:nvPr/>
              </p:nvSpPr>
              <p:spPr>
                <a:xfrm>
                  <a:off x="7372348" y="2978051"/>
                  <a:ext cx="2857502" cy="599820"/>
                </a:xfrm>
                <a:prstGeom prst="rect">
                  <a:avLst/>
                </a:prstGeom>
                <a:solidFill>
                  <a:sysClr val="window" lastClr="FFFFFF"/>
                </a:solidFill>
                <a:ln w="19050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r>
                    <a:rPr lang="en-US" altLang="zh-CN" sz="1000" kern="0" dirty="0" err="1">
                      <a:solidFill>
                        <a:prstClr val="black"/>
                      </a:solidFill>
                      <a:latin typeface="Consolas" panose="020B0609020204030204" pitchFamily="49" charset="0"/>
                    </a:rPr>
                    <a:t>arguments.loginId</a:t>
                  </a:r>
                  <a:r>
                    <a:rPr lang="en-US" altLang="zh-CN" sz="1000" kern="0" dirty="0">
                      <a:solidFill>
                        <a:prstClr val="black"/>
                      </a:solidFill>
                      <a:latin typeface="Consolas" panose="020B0609020204030204" pitchFamily="49" charset="0"/>
                    </a:rPr>
                    <a:t>: "df27e80f"</a:t>
                  </a:r>
                </a:p>
                <a:p>
                  <a:r>
                    <a:rPr lang="en-US" altLang="zh-CN" sz="1000" kern="0" dirty="0" err="1">
                      <a:solidFill>
                        <a:prstClr val="black"/>
                      </a:solidFill>
                      <a:latin typeface="Consolas" panose="020B0609020204030204" pitchFamily="49" charset="0"/>
                    </a:rPr>
                    <a:t>env.user_id</a:t>
                  </a:r>
                  <a:r>
                    <a:rPr lang="en-US" altLang="zh-CN" sz="1000" kern="0" dirty="0">
                      <a:solidFill>
                        <a:prstClr val="black"/>
                      </a:solidFill>
                      <a:latin typeface="Consolas" panose="020B0609020204030204" pitchFamily="49" charset="0"/>
                    </a:rPr>
                    <a:t>: "df27e80f"</a:t>
                  </a:r>
                </a:p>
                <a:p>
                  <a:r>
                    <a:rPr lang="en-US" altLang="zh-CN" sz="1000" kern="0" dirty="0" err="1">
                      <a:solidFill>
                        <a:prstClr val="black"/>
                      </a:solidFill>
                      <a:latin typeface="Consolas" panose="020B0609020204030204" pitchFamily="49" charset="0"/>
                    </a:rPr>
                    <a:t>qi.accountId</a:t>
                  </a:r>
                  <a:r>
                    <a:rPr lang="en-US" altLang="zh-CN" sz="1000" kern="0" dirty="0">
                      <a:solidFill>
                        <a:prstClr val="black"/>
                      </a:solidFill>
                      <a:latin typeface="Consolas" panose="020B0609020204030204" pitchFamily="49" charset="0"/>
                    </a:rPr>
                    <a:t>: "df27e80f"</a:t>
                  </a:r>
                </a:p>
              </p:txBody>
            </p:sp>
          </p:grp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649622F1-F368-E2C3-831B-89B1D5D8ACE0}"/>
                  </a:ext>
                </a:extLst>
              </p:cNvPr>
              <p:cNvSpPr txBox="1"/>
              <p:nvPr/>
            </p:nvSpPr>
            <p:spPr>
              <a:xfrm>
                <a:off x="8566150" y="3631068"/>
                <a:ext cx="5629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/>
                  <a:t>……</a:t>
                </a:r>
                <a:endParaRPr lang="en-US" dirty="0"/>
              </a:p>
            </p:txBody>
          </p:sp>
        </p:grpSp>
        <p:sp>
          <p:nvSpPr>
            <p:cNvPr id="31" name="箭头: 右 30">
              <a:extLst>
                <a:ext uri="{FF2B5EF4-FFF2-40B4-BE49-F238E27FC236}">
                  <a16:creationId xmlns:a16="http://schemas.microsoft.com/office/drawing/2014/main" id="{A261BF1F-1392-068C-B4AC-BA62C1A4970E}"/>
                </a:ext>
              </a:extLst>
            </p:cNvPr>
            <p:cNvSpPr/>
            <p:nvPr/>
          </p:nvSpPr>
          <p:spPr>
            <a:xfrm>
              <a:off x="3837614" y="1652766"/>
              <a:ext cx="928759" cy="294922"/>
            </a:xfrm>
            <a:prstGeom prst="rightArrow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2FC3BB7D-BCB6-EFEB-34BC-E101E9531F91}"/>
                </a:ext>
              </a:extLst>
            </p:cNvPr>
            <p:cNvGrpSpPr/>
            <p:nvPr/>
          </p:nvGrpSpPr>
          <p:grpSpPr>
            <a:xfrm>
              <a:off x="4883161" y="552207"/>
              <a:ext cx="2771442" cy="2496041"/>
              <a:chOff x="4748455" y="485928"/>
              <a:chExt cx="2771442" cy="2496041"/>
            </a:xfrm>
          </p:grpSpPr>
          <p:sp>
            <p:nvSpPr>
              <p:cNvPr id="2" name="Rectangle: Top Corners Rounded 18">
                <a:extLst>
                  <a:ext uri="{FF2B5EF4-FFF2-40B4-BE49-F238E27FC236}">
                    <a16:creationId xmlns:a16="http://schemas.microsoft.com/office/drawing/2014/main" id="{84FFF74D-0B16-47FC-0F81-370354DDAFDF}"/>
                  </a:ext>
                </a:extLst>
              </p:cNvPr>
              <p:cNvSpPr/>
              <p:nvPr/>
            </p:nvSpPr>
            <p:spPr>
              <a:xfrm>
                <a:off x="4748456" y="485928"/>
                <a:ext cx="2771441" cy="271688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ysClr val="windowText" lastClr="000000"/>
              </a:solidFill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>
                  <a:defRPr/>
                </a:pPr>
                <a:r>
                  <a:rPr lang="en-US" altLang="zh-CN" sz="1200" b="1" kern="0" dirty="0">
                    <a:solidFill>
                      <a:prstClr val="white"/>
                    </a:solidFill>
                    <a:latin typeface="Linux Libertine" panose="02000503000000000000" pitchFamily="2" charset="0"/>
                    <a:ea typeface="Linux Libertine" panose="02000503000000000000" pitchFamily="2" charset="0"/>
                    <a:cs typeface="Linux Libertine" panose="02000503000000000000" pitchFamily="2" charset="0"/>
                  </a:rPr>
                  <a:t>All Fields</a:t>
                </a:r>
              </a:p>
            </p:txBody>
          </p:sp>
          <p:sp>
            <p:nvSpPr>
              <p:cNvPr id="3" name="Rectangle 20">
                <a:extLst>
                  <a:ext uri="{FF2B5EF4-FFF2-40B4-BE49-F238E27FC236}">
                    <a16:creationId xmlns:a16="http://schemas.microsoft.com/office/drawing/2014/main" id="{287DD8C0-CD7E-2EF8-C310-57FD5AD9E2C6}"/>
                  </a:ext>
                </a:extLst>
              </p:cNvPr>
              <p:cNvSpPr/>
              <p:nvPr/>
            </p:nvSpPr>
            <p:spPr>
              <a:xfrm>
                <a:off x="4748455" y="757614"/>
                <a:ext cx="2771442" cy="2224355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r>
                  <a:rPr lang="en-US" altLang="zh-CN" sz="1000" kern="0" dirty="0" err="1">
                    <a:solidFill>
                      <a:prstClr val="black"/>
                    </a:solidFill>
                    <a:latin typeface="Consolas" panose="020B0609020204030204" pitchFamily="49" charset="0"/>
                  </a:rPr>
                  <a:t>arguments.loginId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: "df27e80f"</a:t>
                </a:r>
              </a:p>
              <a:p>
                <a:r>
                  <a:rPr lang="en-US" altLang="zh-CN" sz="1000" kern="0" dirty="0" err="1">
                    <a:solidFill>
                      <a:prstClr val="black"/>
                    </a:solidFill>
                    <a:latin typeface="Consolas" panose="020B0609020204030204" pitchFamily="49" charset="0"/>
                  </a:rPr>
                  <a:t>arguments.orderId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: "fe9c72d9"</a:t>
                </a:r>
              </a:p>
              <a:p>
                <a:r>
                  <a:rPr lang="en-US" altLang="zh-CN" sz="1000" kern="0" dirty="0" err="1">
                    <a:solidFill>
                      <a:prstClr val="black"/>
                    </a:solidFill>
                    <a:latin typeface="Consolas" panose="020B0609020204030204" pitchFamily="49" charset="0"/>
                  </a:rPr>
                  <a:t>env.user_id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: "df27e80f"</a:t>
                </a:r>
              </a:p>
              <a:p>
                <a:r>
                  <a:rPr lang="en-US" altLang="zh-CN" sz="1000" kern="0" dirty="0" err="1">
                    <a:solidFill>
                      <a:prstClr val="black"/>
                    </a:solidFill>
                    <a:latin typeface="Consolas" panose="020B0609020204030204" pitchFamily="49" charset="0"/>
                  </a:rPr>
                  <a:t>qi.accountId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: "df27e80f"</a:t>
                </a:r>
              </a:p>
              <a:p>
                <a:r>
                  <a:rPr lang="en-US" altLang="zh-CN" sz="1000" kern="0" dirty="0" err="1">
                    <a:solidFill>
                      <a:prstClr val="black"/>
                    </a:solidFill>
                    <a:latin typeface="Consolas" panose="020B0609020204030204" pitchFamily="49" charset="0"/>
                  </a:rPr>
                  <a:t>response.status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: 1</a:t>
                </a:r>
              </a:p>
              <a:p>
                <a:r>
                  <a:rPr lang="en-US" altLang="zh-CN" sz="1000" kern="0" dirty="0" err="1">
                    <a:solidFill>
                      <a:prstClr val="black"/>
                    </a:solidFill>
                    <a:latin typeface="Consolas" panose="020B0609020204030204" pitchFamily="49" charset="0"/>
                  </a:rPr>
                  <a:t>response.data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[joined].id: "fe9c72d9"</a:t>
                </a:r>
              </a:p>
              <a:p>
                <a:r>
                  <a:rPr lang="en-US" altLang="zh-CN" sz="1000" kern="0" dirty="0" err="1">
                    <a:solidFill>
                      <a:prstClr val="black"/>
                    </a:solidFill>
                    <a:latin typeface="Consolas" panose="020B0609020204030204" pitchFamily="49" charset="0"/>
                  </a:rPr>
                  <a:t>response.data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[joined].status: 6</a:t>
                </a:r>
              </a:p>
              <a:p>
                <a:pPr algn="ctr"/>
                <a:r>
                  <a:rPr lang="en-US" altLang="zh-CN" sz="1000" kern="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......</a:t>
                </a:r>
              </a:p>
            </p:txBody>
          </p:sp>
        </p:grpSp>
        <p:sp>
          <p:nvSpPr>
            <p:cNvPr id="4" name="箭头: 右 3">
              <a:extLst>
                <a:ext uri="{FF2B5EF4-FFF2-40B4-BE49-F238E27FC236}">
                  <a16:creationId xmlns:a16="http://schemas.microsoft.com/office/drawing/2014/main" id="{D574F2A5-3BC1-72A7-DEDE-E021E1F80484}"/>
                </a:ext>
              </a:extLst>
            </p:cNvPr>
            <p:cNvSpPr/>
            <p:nvPr/>
          </p:nvSpPr>
          <p:spPr>
            <a:xfrm>
              <a:off x="7771391" y="1652766"/>
              <a:ext cx="928759" cy="294922"/>
            </a:xfrm>
            <a:prstGeom prst="rightArrow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0179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</TotalTime>
  <Words>236</Words>
  <Application>Microsoft Office PowerPoint</Application>
  <PresentationFormat>自定义</PresentationFormat>
  <Paragraphs>32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Consolas</vt:lpstr>
      <vt:lpstr>Linux Libertine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Sakura Moe</dc:creator>
  <cp:lastModifiedBy>Sakura Moe</cp:lastModifiedBy>
  <cp:revision>10</cp:revision>
  <dcterms:created xsi:type="dcterms:W3CDTF">2025-09-10T14:57:53Z</dcterms:created>
  <dcterms:modified xsi:type="dcterms:W3CDTF">2025-09-10T15:19:07Z</dcterms:modified>
</cp:coreProperties>
</file>