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</p:sldIdLst>
  <p:sldSz cx="1187926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9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589241"/>
            <a:ext cx="8909447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1891070"/>
            <a:ext cx="8909447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9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1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897613"/>
            <a:ext cx="10245864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2409468"/>
            <a:ext cx="10245864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59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958453"/>
            <a:ext cx="5048687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958453"/>
            <a:ext cx="5048687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83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191691"/>
            <a:ext cx="10245864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882610"/>
            <a:ext cx="5025485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1315164"/>
            <a:ext cx="5025485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882610"/>
            <a:ext cx="5050234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1315164"/>
            <a:ext cx="5050234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4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5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240030"/>
            <a:ext cx="383137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518398"/>
            <a:ext cx="6013877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080135"/>
            <a:ext cx="383137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82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240030"/>
            <a:ext cx="383137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518398"/>
            <a:ext cx="6013877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080135"/>
            <a:ext cx="383137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2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3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191691"/>
            <a:ext cx="2561466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191691"/>
            <a:ext cx="7535907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1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191691"/>
            <a:ext cx="10245864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958453"/>
            <a:ext cx="10245864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3337084"/>
            <a:ext cx="267283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D4D00-3F8B-46B7-A948-703FC942F71C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3337084"/>
            <a:ext cx="400925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3337084"/>
            <a:ext cx="267283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F6222-AA05-40BD-BF7B-66C69EF5D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5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66F1672-B316-35E0-2AE6-7270CA518323}"/>
              </a:ext>
            </a:extLst>
          </p:cNvPr>
          <p:cNvGrpSpPr/>
          <p:nvPr/>
        </p:nvGrpSpPr>
        <p:grpSpPr>
          <a:xfrm>
            <a:off x="156405" y="130860"/>
            <a:ext cx="11566455" cy="3338735"/>
            <a:chOff x="107985" y="130860"/>
            <a:chExt cx="11566455" cy="3338735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FAEC8D1-8D4B-B846-0B61-3AE372F8EAE2}"/>
                </a:ext>
              </a:extLst>
            </p:cNvPr>
            <p:cNvGrpSpPr/>
            <p:nvPr/>
          </p:nvGrpSpPr>
          <p:grpSpPr>
            <a:xfrm>
              <a:off x="107985" y="275562"/>
              <a:ext cx="3612841" cy="3049330"/>
              <a:chOff x="365200" y="1015903"/>
              <a:chExt cx="4956100" cy="2413097"/>
            </a:xfrm>
          </p:grpSpPr>
          <p:sp>
            <p:nvSpPr>
              <p:cNvPr id="15" name="Rectangle: Top Corners Rounded 18">
                <a:extLst>
                  <a:ext uri="{FF2B5EF4-FFF2-40B4-BE49-F238E27FC236}">
                    <a16:creationId xmlns:a16="http://schemas.microsoft.com/office/drawing/2014/main" id="{FB114C75-9325-FE3E-AFE5-049FD17EB5A7}"/>
                  </a:ext>
                </a:extLst>
              </p:cNvPr>
              <p:cNvSpPr/>
              <p:nvPr/>
            </p:nvSpPr>
            <p:spPr>
              <a:xfrm>
                <a:off x="365201" y="1015903"/>
                <a:ext cx="4956099" cy="27168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zh-CN" sz="1200" b="1" kern="0" dirty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JSON Fields </a:t>
                </a:r>
                <a:r>
                  <a:rPr lang="en-US" altLang="zh-CN" sz="1200" b="1" kern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(refund </a:t>
                </a:r>
                <a:r>
                  <a:rPr lang="en-US" altLang="zh-CN" sz="1200" b="1" kern="0" dirty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- </a:t>
                </a:r>
                <a:r>
                  <a:rPr lang="en-US" altLang="zh-CN" sz="1200" b="1" kern="0" dirty="0" err="1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queryOrders</a:t>
                </a:r>
                <a:r>
                  <a:rPr lang="en-US" altLang="zh-CN" sz="1200" b="1" kern="0" dirty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)</a:t>
                </a:r>
              </a:p>
            </p:txBody>
          </p:sp>
          <p:sp>
            <p:nvSpPr>
              <p:cNvPr id="16" name="Rectangle 20">
                <a:extLst>
                  <a:ext uri="{FF2B5EF4-FFF2-40B4-BE49-F238E27FC236}">
                    <a16:creationId xmlns:a16="http://schemas.microsoft.com/office/drawing/2014/main" id="{CBBC9A31-A035-8378-577F-FD26838C2CB5}"/>
                  </a:ext>
                </a:extLst>
              </p:cNvPr>
              <p:cNvSpPr/>
              <p:nvPr/>
            </p:nvSpPr>
            <p:spPr>
              <a:xfrm>
                <a:off x="365200" y="1287590"/>
                <a:ext cx="4956100" cy="214141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time: 2025-03-02 16:22</a:t>
                </a:r>
              </a:p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sessionId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eae15f87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{ status: 1,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arguments: {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orderId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"fe9c72d9",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loginId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"df27e80f" },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env: {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user_id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"df27e80f",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is_user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true,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is_admin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false },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qi: {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loginId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"0x1234", state: 0,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accountId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"0x2345" },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results: [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  { id: "1bf1f21e",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boughtDate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"2024-11-27 19:59:00",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travelDate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"2024-12-02",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travelTime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"2024-11-22 10:12:00", </a:t>
                </a:r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accountId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"df27e80f", ... },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  ...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 ]</a:t>
                </a:r>
              </a:p>
              <a:p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}</a:t>
                </a: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3D113A5-CC14-F643-6ADE-EA00EC755CE5}"/>
                </a:ext>
              </a:extLst>
            </p:cNvPr>
            <p:cNvGrpSpPr/>
            <p:nvPr/>
          </p:nvGrpSpPr>
          <p:grpSpPr>
            <a:xfrm>
              <a:off x="8816937" y="130860"/>
              <a:ext cx="2857503" cy="3338735"/>
              <a:chOff x="7372348" y="661665"/>
              <a:chExt cx="2857503" cy="3338735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0637251-CD36-9AD1-E616-C262F19D4498}"/>
                  </a:ext>
                </a:extLst>
              </p:cNvPr>
              <p:cNvGrpSpPr/>
              <p:nvPr/>
            </p:nvGrpSpPr>
            <p:grpSpPr>
              <a:xfrm>
                <a:off x="7372349" y="661665"/>
                <a:ext cx="2857502" cy="871507"/>
                <a:chOff x="7372349" y="661665"/>
                <a:chExt cx="2857502" cy="871507"/>
              </a:xfrm>
            </p:grpSpPr>
            <p:sp>
              <p:nvSpPr>
                <p:cNvPr id="24" name="Rectangle: Top Corners Rounded 18">
                  <a:extLst>
                    <a:ext uri="{FF2B5EF4-FFF2-40B4-BE49-F238E27FC236}">
                      <a16:creationId xmlns:a16="http://schemas.microsoft.com/office/drawing/2014/main" id="{9DB308EC-8AE4-F1DF-E2A7-4E34EB97A99E}"/>
                    </a:ext>
                  </a:extLst>
                </p:cNvPr>
                <p:cNvSpPr/>
                <p:nvPr/>
              </p:nvSpPr>
              <p:spPr>
                <a:xfrm>
                  <a:off x="7372350" y="661665"/>
                  <a:ext cx="2857501" cy="271688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US" altLang="zh-CN" sz="1200" b="1" kern="0" dirty="0">
                      <a:solidFill>
                        <a:prstClr val="white"/>
                      </a:solidFill>
                      <a:latin typeface="Linux Libertine" panose="02000503000000000000" pitchFamily="2" charset="0"/>
                      <a:ea typeface="Linux Libertine" panose="02000503000000000000" pitchFamily="2" charset="0"/>
                      <a:cs typeface="Linux Libertine" panose="02000503000000000000" pitchFamily="2" charset="0"/>
                    </a:rPr>
                    <a:t>Cluster 1</a:t>
                  </a:r>
                </a:p>
              </p:txBody>
            </p:sp>
            <p:sp>
              <p:nvSpPr>
                <p:cNvPr id="25" name="Rectangle 20">
                  <a:extLst>
                    <a:ext uri="{FF2B5EF4-FFF2-40B4-BE49-F238E27FC236}">
                      <a16:creationId xmlns:a16="http://schemas.microsoft.com/office/drawing/2014/main" id="{655FC715-B593-7EE6-EA1D-5D3C31EA49BF}"/>
                    </a:ext>
                  </a:extLst>
                </p:cNvPr>
                <p:cNvSpPr/>
                <p:nvPr/>
              </p:nvSpPr>
              <p:spPr>
                <a:xfrm>
                  <a:off x="7372349" y="933352"/>
                  <a:ext cx="2857502" cy="599820"/>
                </a:xfrm>
                <a:prstGeom prst="rect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r>
                    <a:rPr lang="en-US" altLang="zh-CN" sz="1000" kern="0" dirty="0" err="1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arguments.orderId</a:t>
                  </a:r>
                  <a:r>
                    <a:rPr lang="en-US" altLang="zh-CN" sz="1000" kern="0" dirty="0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: "fe9c72d9"</a:t>
                  </a:r>
                </a:p>
                <a:p>
                  <a:r>
                    <a:rPr lang="en-US" altLang="zh-CN" sz="1000" kern="0" dirty="0" err="1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response.data</a:t>
                  </a:r>
                  <a:r>
                    <a:rPr lang="en-US" altLang="zh-CN" sz="1000" kern="0" dirty="0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[joined].id: "fe9c72d9"</a:t>
                  </a:r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96F1E4-2585-A5CD-30EE-67C5C1C0A220}"/>
                  </a:ext>
                </a:extLst>
              </p:cNvPr>
              <p:cNvGrpSpPr/>
              <p:nvPr/>
            </p:nvGrpSpPr>
            <p:grpSpPr>
              <a:xfrm>
                <a:off x="7372348" y="1651466"/>
                <a:ext cx="2857502" cy="871507"/>
                <a:chOff x="7372348" y="1684015"/>
                <a:chExt cx="2857502" cy="871507"/>
              </a:xfrm>
            </p:grpSpPr>
            <p:sp>
              <p:nvSpPr>
                <p:cNvPr id="26" name="Rectangle: Top Corners Rounded 18">
                  <a:extLst>
                    <a:ext uri="{FF2B5EF4-FFF2-40B4-BE49-F238E27FC236}">
                      <a16:creationId xmlns:a16="http://schemas.microsoft.com/office/drawing/2014/main" id="{29F279BC-7714-3B2E-26C6-4988031472DD}"/>
                    </a:ext>
                  </a:extLst>
                </p:cNvPr>
                <p:cNvSpPr/>
                <p:nvPr/>
              </p:nvSpPr>
              <p:spPr>
                <a:xfrm>
                  <a:off x="7372349" y="1684015"/>
                  <a:ext cx="2857501" cy="271688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US" altLang="zh-CN" sz="1200" b="1" kern="0" dirty="0">
                      <a:solidFill>
                        <a:prstClr val="white"/>
                      </a:solidFill>
                      <a:latin typeface="Linux Libertine" panose="02000503000000000000" pitchFamily="2" charset="0"/>
                      <a:ea typeface="Linux Libertine" panose="02000503000000000000" pitchFamily="2" charset="0"/>
                      <a:cs typeface="Linux Libertine" panose="02000503000000000000" pitchFamily="2" charset="0"/>
                    </a:rPr>
                    <a:t>Cluster 2</a:t>
                  </a:r>
                </a:p>
              </p:txBody>
            </p:sp>
            <p:sp>
              <p:nvSpPr>
                <p:cNvPr id="27" name="Rectangle 20">
                  <a:extLst>
                    <a:ext uri="{FF2B5EF4-FFF2-40B4-BE49-F238E27FC236}">
                      <a16:creationId xmlns:a16="http://schemas.microsoft.com/office/drawing/2014/main" id="{076C345F-E09D-3190-41CB-F13C2469326F}"/>
                    </a:ext>
                  </a:extLst>
                </p:cNvPr>
                <p:cNvSpPr/>
                <p:nvPr/>
              </p:nvSpPr>
              <p:spPr>
                <a:xfrm>
                  <a:off x="7372348" y="1955702"/>
                  <a:ext cx="2857502" cy="599820"/>
                </a:xfrm>
                <a:prstGeom prst="rect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r>
                    <a:rPr lang="en-US" altLang="zh-CN" sz="1000" kern="0" dirty="0" err="1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response.status</a:t>
                  </a:r>
                  <a:r>
                    <a:rPr lang="en-US" altLang="zh-CN" sz="1000" kern="0" dirty="0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: 1</a:t>
                  </a:r>
                </a:p>
                <a:p>
                  <a:r>
                    <a:rPr lang="en-US" altLang="zh-CN" sz="1000" kern="0" dirty="0" err="1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response.data</a:t>
                  </a:r>
                  <a:r>
                    <a:rPr lang="en-US" altLang="zh-CN" sz="1000" kern="0" dirty="0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[joined].status: 6</a:t>
                  </a:r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F12630C4-2063-033C-7E45-91AD8B5A9C9D}"/>
                  </a:ext>
                </a:extLst>
              </p:cNvPr>
              <p:cNvGrpSpPr/>
              <p:nvPr/>
            </p:nvGrpSpPr>
            <p:grpSpPr>
              <a:xfrm>
                <a:off x="7372348" y="2641267"/>
                <a:ext cx="2857502" cy="871507"/>
                <a:chOff x="7372348" y="2706364"/>
                <a:chExt cx="2857502" cy="871507"/>
              </a:xfrm>
            </p:grpSpPr>
            <p:sp>
              <p:nvSpPr>
                <p:cNvPr id="28" name="Rectangle: Top Corners Rounded 18">
                  <a:extLst>
                    <a:ext uri="{FF2B5EF4-FFF2-40B4-BE49-F238E27FC236}">
                      <a16:creationId xmlns:a16="http://schemas.microsoft.com/office/drawing/2014/main" id="{B69827F7-8804-DBFA-C409-6D3412BD72DE}"/>
                    </a:ext>
                  </a:extLst>
                </p:cNvPr>
                <p:cNvSpPr/>
                <p:nvPr/>
              </p:nvSpPr>
              <p:spPr>
                <a:xfrm>
                  <a:off x="7372349" y="2706364"/>
                  <a:ext cx="2857501" cy="271688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US" altLang="zh-CN" sz="1200" b="1" kern="0" dirty="0">
                      <a:solidFill>
                        <a:prstClr val="white"/>
                      </a:solidFill>
                      <a:latin typeface="Linux Libertine" panose="02000503000000000000" pitchFamily="2" charset="0"/>
                      <a:ea typeface="Linux Libertine" panose="02000503000000000000" pitchFamily="2" charset="0"/>
                      <a:cs typeface="Linux Libertine" panose="02000503000000000000" pitchFamily="2" charset="0"/>
                    </a:rPr>
                    <a:t>Cluster 3</a:t>
                  </a:r>
                </a:p>
              </p:txBody>
            </p:sp>
            <p:sp>
              <p:nvSpPr>
                <p:cNvPr id="29" name="Rectangle 20">
                  <a:extLst>
                    <a:ext uri="{FF2B5EF4-FFF2-40B4-BE49-F238E27FC236}">
                      <a16:creationId xmlns:a16="http://schemas.microsoft.com/office/drawing/2014/main" id="{D6E84D31-2CE6-857C-BCEF-20D79ABD03E3}"/>
                    </a:ext>
                  </a:extLst>
                </p:cNvPr>
                <p:cNvSpPr/>
                <p:nvPr/>
              </p:nvSpPr>
              <p:spPr>
                <a:xfrm>
                  <a:off x="7372348" y="2978051"/>
                  <a:ext cx="2857502" cy="599820"/>
                </a:xfrm>
                <a:prstGeom prst="rect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r>
                    <a:rPr lang="en-US" altLang="zh-CN" sz="1000" kern="0" dirty="0" err="1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arguments.loginId</a:t>
                  </a:r>
                  <a:r>
                    <a:rPr lang="en-US" altLang="zh-CN" sz="1000" kern="0" dirty="0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: "df27e80f"</a:t>
                  </a:r>
                </a:p>
                <a:p>
                  <a:r>
                    <a:rPr lang="en-US" altLang="zh-CN" sz="1000" kern="0" dirty="0" err="1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env.user_id</a:t>
                  </a:r>
                  <a:r>
                    <a:rPr lang="en-US" altLang="zh-CN" sz="1000" kern="0" dirty="0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: "df27e80f"</a:t>
                  </a:r>
                </a:p>
                <a:p>
                  <a:r>
                    <a:rPr lang="en-US" altLang="zh-CN" sz="1000" kern="0" dirty="0" err="1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qi.accountId</a:t>
                  </a:r>
                  <a:r>
                    <a:rPr lang="en-US" altLang="zh-CN" sz="1000" kern="0" dirty="0">
                      <a:solidFill>
                        <a:prstClr val="black"/>
                      </a:solidFill>
                      <a:latin typeface="Consolas" panose="020B0609020204030204" pitchFamily="49" charset="0"/>
                    </a:rPr>
                    <a:t>: "df27e80f"</a:t>
                  </a:r>
                </a:p>
              </p:txBody>
            </p:sp>
          </p:grp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49622F1-F368-E2C3-831B-89B1D5D8ACE0}"/>
                  </a:ext>
                </a:extLst>
              </p:cNvPr>
              <p:cNvSpPr txBox="1"/>
              <p:nvPr/>
            </p:nvSpPr>
            <p:spPr>
              <a:xfrm>
                <a:off x="8566150" y="3631068"/>
                <a:ext cx="5629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……</a:t>
                </a:r>
                <a:endParaRPr lang="en-US" dirty="0"/>
              </a:p>
            </p:txBody>
          </p:sp>
        </p:grp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A261BF1F-1392-068C-B4AC-BA62C1A4970E}"/>
                </a:ext>
              </a:extLst>
            </p:cNvPr>
            <p:cNvSpPr/>
            <p:nvPr/>
          </p:nvSpPr>
          <p:spPr>
            <a:xfrm>
              <a:off x="3837614" y="1652766"/>
              <a:ext cx="928759" cy="294922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FC3BB7D-BCB6-EFEB-34BC-E101E9531F91}"/>
                </a:ext>
              </a:extLst>
            </p:cNvPr>
            <p:cNvGrpSpPr/>
            <p:nvPr/>
          </p:nvGrpSpPr>
          <p:grpSpPr>
            <a:xfrm>
              <a:off x="4883161" y="552207"/>
              <a:ext cx="2771442" cy="2496041"/>
              <a:chOff x="4748455" y="485928"/>
              <a:chExt cx="2771442" cy="2496041"/>
            </a:xfrm>
          </p:grpSpPr>
          <p:sp>
            <p:nvSpPr>
              <p:cNvPr id="2" name="Rectangle: Top Corners Rounded 18">
                <a:extLst>
                  <a:ext uri="{FF2B5EF4-FFF2-40B4-BE49-F238E27FC236}">
                    <a16:creationId xmlns:a16="http://schemas.microsoft.com/office/drawing/2014/main" id="{84FFF74D-0B16-47FC-0F81-370354DDAFDF}"/>
                  </a:ext>
                </a:extLst>
              </p:cNvPr>
              <p:cNvSpPr/>
              <p:nvPr/>
            </p:nvSpPr>
            <p:spPr>
              <a:xfrm>
                <a:off x="4748456" y="485928"/>
                <a:ext cx="2771441" cy="27168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zh-CN" sz="1200" b="1" kern="0" dirty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All Fields</a:t>
                </a:r>
              </a:p>
            </p:txBody>
          </p:sp>
          <p:sp>
            <p:nvSpPr>
              <p:cNvPr id="3" name="Rectangle 20">
                <a:extLst>
                  <a:ext uri="{FF2B5EF4-FFF2-40B4-BE49-F238E27FC236}">
                    <a16:creationId xmlns:a16="http://schemas.microsoft.com/office/drawing/2014/main" id="{287DD8C0-CD7E-2EF8-C310-57FD5AD9E2C6}"/>
                  </a:ext>
                </a:extLst>
              </p:cNvPr>
              <p:cNvSpPr/>
              <p:nvPr/>
            </p:nvSpPr>
            <p:spPr>
              <a:xfrm>
                <a:off x="4748455" y="757614"/>
                <a:ext cx="2771442" cy="2224355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arguments.loginId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"df27e80f"</a:t>
                </a:r>
              </a:p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arguments.orderId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"fe9c72d9"</a:t>
                </a:r>
              </a:p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env.user_id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"df27e80f"</a:t>
                </a:r>
              </a:p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qi.accountId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"df27e80f"</a:t>
                </a:r>
              </a:p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response.status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: 1</a:t>
                </a:r>
              </a:p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response.data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[joined].id: "fe9c72d9"</a:t>
                </a:r>
              </a:p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response.data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[joined].status: 6</a:t>
                </a:r>
              </a:p>
              <a:p>
                <a:pPr algn="ctr"/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......</a:t>
                </a:r>
              </a:p>
            </p:txBody>
          </p:sp>
        </p:grpSp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D574F2A5-3BC1-72A7-DEDE-E021E1F80484}"/>
                </a:ext>
              </a:extLst>
            </p:cNvPr>
            <p:cNvSpPr/>
            <p:nvPr/>
          </p:nvSpPr>
          <p:spPr>
            <a:xfrm>
              <a:off x="7771391" y="1652766"/>
              <a:ext cx="928759" cy="294922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01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236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Linux Libertine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Sakura Moe</dc:creator>
  <cp:lastModifiedBy>Wenjie Zhang</cp:lastModifiedBy>
  <cp:revision>11</cp:revision>
  <dcterms:created xsi:type="dcterms:W3CDTF">2025-09-10T14:57:53Z</dcterms:created>
  <dcterms:modified xsi:type="dcterms:W3CDTF">2025-09-14T09:46:20Z</dcterms:modified>
</cp:coreProperties>
</file>