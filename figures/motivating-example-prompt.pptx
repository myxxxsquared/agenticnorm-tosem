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</p:sldIdLst>
  <p:sldSz cx="10980738" cy="2160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90" autoAdjust="0"/>
    <p:restoredTop sz="94660"/>
  </p:normalViewPr>
  <p:slideViewPr>
    <p:cSldViewPr snapToGrid="0">
      <p:cViewPr>
        <p:scale>
          <a:sx n="100" d="100"/>
          <a:sy n="100" d="100"/>
        </p:scale>
        <p:origin x="584" y="1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2592" y="353596"/>
            <a:ext cx="8235554" cy="752205"/>
          </a:xfrm>
        </p:spPr>
        <p:txBody>
          <a:bodyPr anchor="b"/>
          <a:lstStyle>
            <a:lvl1pPr algn="ctr">
              <a:defRPr sz="1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592" y="1134809"/>
            <a:ext cx="8235554" cy="521642"/>
          </a:xfrm>
        </p:spPr>
        <p:txBody>
          <a:bodyPr/>
          <a:lstStyle>
            <a:lvl1pPr marL="0" indent="0" algn="ctr">
              <a:buNone/>
              <a:defRPr sz="756"/>
            </a:lvl1pPr>
            <a:lvl2pPr marL="144018" indent="0" algn="ctr">
              <a:buNone/>
              <a:defRPr sz="630"/>
            </a:lvl2pPr>
            <a:lvl3pPr marL="288036" indent="0" algn="ctr">
              <a:buNone/>
              <a:defRPr sz="567"/>
            </a:lvl3pPr>
            <a:lvl4pPr marL="432054" indent="0" algn="ctr">
              <a:buNone/>
              <a:defRPr sz="504"/>
            </a:lvl4pPr>
            <a:lvl5pPr marL="576072" indent="0" algn="ctr">
              <a:buNone/>
              <a:defRPr sz="504"/>
            </a:lvl5pPr>
            <a:lvl6pPr marL="720090" indent="0" algn="ctr">
              <a:buNone/>
              <a:defRPr sz="504"/>
            </a:lvl6pPr>
            <a:lvl7pPr marL="864108" indent="0" algn="ctr">
              <a:buNone/>
              <a:defRPr sz="504"/>
            </a:lvl7pPr>
            <a:lvl8pPr marL="1008126" indent="0" algn="ctr">
              <a:buNone/>
              <a:defRPr sz="504"/>
            </a:lvl8pPr>
            <a:lvl9pPr marL="1152144" indent="0" algn="ctr">
              <a:buNone/>
              <a:defRPr sz="50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320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09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06" y="538647"/>
            <a:ext cx="9470887" cy="898744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9206" y="1445894"/>
            <a:ext cx="9470887" cy="472628"/>
          </a:xfrm>
        </p:spPr>
        <p:txBody>
          <a:bodyPr/>
          <a:lstStyle>
            <a:lvl1pPr marL="0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1pPr>
            <a:lvl2pPr marL="1440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2pPr>
            <a:lvl3pPr marL="288036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3pPr>
            <a:lvl4pPr marL="432054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4pPr>
            <a:lvl5pPr marL="576072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5pPr>
            <a:lvl6pPr marL="720090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6pPr>
            <a:lvl7pPr marL="864108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7pPr>
            <a:lvl8pPr marL="1008126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8pPr>
            <a:lvl9pPr marL="1152144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477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926" y="575157"/>
            <a:ext cx="4666814" cy="1370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8998" y="575157"/>
            <a:ext cx="4666814" cy="1370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28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15031"/>
            <a:ext cx="9470887" cy="41761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6357" y="529645"/>
            <a:ext cx="4645366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6357" y="789215"/>
            <a:ext cx="4645366" cy="11608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8999" y="529645"/>
            <a:ext cx="4668244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8999" y="789215"/>
            <a:ext cx="4668244" cy="11608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007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74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5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44039"/>
            <a:ext cx="3541574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8244" y="311085"/>
            <a:ext cx="5558999" cy="1535418"/>
          </a:xfrm>
        </p:spPr>
        <p:txBody>
          <a:bodyPr/>
          <a:lstStyle>
            <a:lvl1pPr>
              <a:defRPr sz="1008"/>
            </a:lvl1pPr>
            <a:lvl2pPr>
              <a:defRPr sz="882"/>
            </a:lvl2pPr>
            <a:lvl3pPr>
              <a:defRPr sz="756"/>
            </a:lvl3pPr>
            <a:lvl4pPr>
              <a:defRPr sz="630"/>
            </a:lvl4pPr>
            <a:lvl5pPr>
              <a:defRPr sz="630"/>
            </a:lvl5pPr>
            <a:lvl6pPr>
              <a:defRPr sz="630"/>
            </a:lvl6pPr>
            <a:lvl7pPr>
              <a:defRPr sz="630"/>
            </a:lvl7pPr>
            <a:lvl8pPr>
              <a:defRPr sz="630"/>
            </a:lvl8pPr>
            <a:lvl9pPr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648176"/>
            <a:ext cx="3541574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33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44039"/>
            <a:ext cx="3541574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8244" y="311085"/>
            <a:ext cx="5558999" cy="1535418"/>
          </a:xfrm>
        </p:spPr>
        <p:txBody>
          <a:bodyPr anchor="t"/>
          <a:lstStyle>
            <a:lvl1pPr marL="0" indent="0">
              <a:buNone/>
              <a:defRPr sz="1008"/>
            </a:lvl1pPr>
            <a:lvl2pPr marL="144018" indent="0">
              <a:buNone/>
              <a:defRPr sz="882"/>
            </a:lvl2pPr>
            <a:lvl3pPr marL="288036" indent="0">
              <a:buNone/>
              <a:defRPr sz="756"/>
            </a:lvl3pPr>
            <a:lvl4pPr marL="432054" indent="0">
              <a:buNone/>
              <a:defRPr sz="630"/>
            </a:lvl4pPr>
            <a:lvl5pPr marL="576072" indent="0">
              <a:buNone/>
              <a:defRPr sz="630"/>
            </a:lvl5pPr>
            <a:lvl6pPr marL="720090" indent="0">
              <a:buNone/>
              <a:defRPr sz="630"/>
            </a:lvl6pPr>
            <a:lvl7pPr marL="864108" indent="0">
              <a:buNone/>
              <a:defRPr sz="630"/>
            </a:lvl7pPr>
            <a:lvl8pPr marL="1008126" indent="0">
              <a:buNone/>
              <a:defRPr sz="630"/>
            </a:lvl8pPr>
            <a:lvl9pPr marL="1152144" indent="0">
              <a:buNone/>
              <a:defRPr sz="63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648176"/>
            <a:ext cx="3541574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894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806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8090" y="115032"/>
            <a:ext cx="2367722" cy="183099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926" y="115032"/>
            <a:ext cx="6965906" cy="183099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0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926" y="115031"/>
            <a:ext cx="9470887" cy="417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926" y="575157"/>
            <a:ext cx="9470887" cy="1370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926" y="2002545"/>
            <a:ext cx="247066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ACF62-6B1D-48CA-BD1B-B494BA9C5265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7370" y="2002545"/>
            <a:ext cx="3705999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55146" y="2002545"/>
            <a:ext cx="247066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E73A37-5179-40C6-B8E3-8D09EFE694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747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88036" rtl="0" eaLnBrk="1" latinLnBrk="0" hangingPunct="1">
        <a:lnSpc>
          <a:spcPct val="90000"/>
        </a:lnSpc>
        <a:spcBef>
          <a:spcPct val="0"/>
        </a:spcBef>
        <a:buNone/>
        <a:defRPr sz="1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09" indent="-72009" algn="l" defTabSz="288036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50406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648081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92099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93611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8013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22415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2pPr>
      <a:lvl3pPr marL="28803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3pPr>
      <a:lvl4pPr marL="43205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576072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2009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86410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0812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15214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F899391-EECE-9D7D-F242-D95C93466436}"/>
              </a:ext>
            </a:extLst>
          </p:cNvPr>
          <p:cNvGrpSpPr/>
          <p:nvPr/>
        </p:nvGrpSpPr>
        <p:grpSpPr>
          <a:xfrm>
            <a:off x="60822" y="127189"/>
            <a:ext cx="10859103" cy="1906210"/>
            <a:chOff x="412065" y="762000"/>
            <a:chExt cx="10859103" cy="1906210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7722CD7-1F60-8211-8FFA-C306193B7AB6}"/>
                </a:ext>
              </a:extLst>
            </p:cNvPr>
            <p:cNvSpPr txBox="1"/>
            <p:nvPr/>
          </p:nvSpPr>
          <p:spPr>
            <a:xfrm>
              <a:off x="412065" y="1098550"/>
              <a:ext cx="3778249" cy="15696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Based on the logs, infer the valid values for each field by referencing these common types of data validation: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1.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Data Type Check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: can the string value be converted to a correct data type? (e.g., "0.0" -&gt; float 0.0)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2.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Code Check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: does the value fall within a valid list of values? (e.g., postal codes, country codes, NAICS industry codes)</a:t>
              </a:r>
            </a:p>
            <a:p>
              <a:pPr algn="ctr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......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D987806-5334-A6F4-E6F0-426B6BC06968}"/>
                </a:ext>
              </a:extLst>
            </p:cNvPr>
            <p:cNvSpPr txBox="1"/>
            <p:nvPr/>
          </p:nvSpPr>
          <p:spPr>
            <a:xfrm>
              <a:off x="723674" y="762000"/>
              <a:ext cx="31550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Manually Written Prompt from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WebNorm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C348EB5-7279-781A-485A-A1366FE39756}"/>
                </a:ext>
              </a:extLst>
            </p:cNvPr>
            <p:cNvSpPr txBox="1"/>
            <p:nvPr/>
          </p:nvSpPr>
          <p:spPr>
            <a:xfrm>
              <a:off x="4431615" y="1098550"/>
              <a:ext cx="3778249" cy="15696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* </a:t>
              </a:r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**Consistency**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- If a field appears in both the main and related event namespaces, their values must be identical.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- </a:t>
              </a:r>
              <a:r>
                <a:rPr lang="en-US" sz="1200" i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If a joined value and an original value have similar or corresponding field names, their values must also be identical.</a:t>
              </a:r>
            </a:p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- For dictionary fields, all subfields must recursively match the corresponding keys at each level.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E71E935-7941-2658-AF42-5C828E2C482B}"/>
                </a:ext>
              </a:extLst>
            </p:cNvPr>
            <p:cNvSpPr txBox="1"/>
            <p:nvPr/>
          </p:nvSpPr>
          <p:spPr>
            <a:xfrm>
              <a:off x="5023749" y="762000"/>
              <a:ext cx="259398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Refined Prompts by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AgenticNorm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2A1C066-F7A7-99FB-4A4A-BA599566C2F4}"/>
                </a:ext>
              </a:extLst>
            </p:cNvPr>
            <p:cNvSpPr txBox="1"/>
            <p:nvPr/>
          </p:nvSpPr>
          <p:spPr>
            <a:xfrm>
              <a:off x="8661017" y="1536700"/>
              <a:ext cx="2400299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assert log[“</a:t>
              </a:r>
              <a:r>
                <a:rPr lang="en-US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arguments.orderId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”] == log[“</a:t>
              </a:r>
              <a:r>
                <a:rPr lang="en-US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response.data</a:t>
              </a:r>
              <a:r>
                <a:rPr lang="en-US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[joined].id”]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011591C-A94F-0D24-DD6B-6F4028DAD194}"/>
                </a:ext>
              </a:extLst>
            </p:cNvPr>
            <p:cNvSpPr txBox="1"/>
            <p:nvPr/>
          </p:nvSpPr>
          <p:spPr>
            <a:xfrm>
              <a:off x="8451165" y="1200150"/>
              <a:ext cx="28200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Invariant Generated by </a:t>
              </a:r>
              <a:r>
                <a:rPr lang="en-US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AgenticNorm</a:t>
              </a:r>
              <a:endParaRPr lang="en-US" sz="1200" b="1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AD6E8B43-04DD-21A4-D030-32A06E13445E}"/>
                </a:ext>
              </a:extLst>
            </p:cNvPr>
            <p:cNvCxnSpPr>
              <a:stCxn id="7" idx="3"/>
              <a:endCxn id="9" idx="1"/>
            </p:cNvCxnSpPr>
            <p:nvPr/>
          </p:nvCxnSpPr>
          <p:spPr>
            <a:xfrm flipV="1">
              <a:off x="8209864" y="1767533"/>
              <a:ext cx="451153" cy="1158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2791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</TotalTime>
  <Words>180</Words>
  <Application>Microsoft Office PowerPoint</Application>
  <PresentationFormat>自定义</PresentationFormat>
  <Paragraphs>12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Linux Libertine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Sakura Moe</dc:creator>
  <cp:lastModifiedBy>Sakura Moe</cp:lastModifiedBy>
  <cp:revision>19</cp:revision>
  <dcterms:created xsi:type="dcterms:W3CDTF">2025-09-10T15:23:48Z</dcterms:created>
  <dcterms:modified xsi:type="dcterms:W3CDTF">2025-09-10T15:38:36Z</dcterms:modified>
</cp:coreProperties>
</file>