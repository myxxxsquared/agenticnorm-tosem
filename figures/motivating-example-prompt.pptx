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sldIdLst>
    <p:sldId id="257" r:id="rId2"/>
  </p:sldIdLst>
  <p:sldSz cx="10980738" cy="216058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890" autoAdjust="0"/>
    <p:restoredTop sz="94660"/>
  </p:normalViewPr>
  <p:slideViewPr>
    <p:cSldViewPr snapToGrid="0">
      <p:cViewPr>
        <p:scale>
          <a:sx n="125" d="100"/>
          <a:sy n="125" d="100"/>
        </p:scale>
        <p:origin x="228" y="13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2592" y="353596"/>
            <a:ext cx="8235554" cy="752205"/>
          </a:xfrm>
        </p:spPr>
        <p:txBody>
          <a:bodyPr anchor="b"/>
          <a:lstStyle>
            <a:lvl1pPr algn="ctr">
              <a:defRPr sz="189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2592" y="1134809"/>
            <a:ext cx="8235554" cy="521642"/>
          </a:xfrm>
        </p:spPr>
        <p:txBody>
          <a:bodyPr/>
          <a:lstStyle>
            <a:lvl1pPr marL="0" indent="0" algn="ctr">
              <a:buNone/>
              <a:defRPr sz="756"/>
            </a:lvl1pPr>
            <a:lvl2pPr marL="144018" indent="0" algn="ctr">
              <a:buNone/>
              <a:defRPr sz="630"/>
            </a:lvl2pPr>
            <a:lvl3pPr marL="288036" indent="0" algn="ctr">
              <a:buNone/>
              <a:defRPr sz="567"/>
            </a:lvl3pPr>
            <a:lvl4pPr marL="432054" indent="0" algn="ctr">
              <a:buNone/>
              <a:defRPr sz="504"/>
            </a:lvl4pPr>
            <a:lvl5pPr marL="576072" indent="0" algn="ctr">
              <a:buNone/>
              <a:defRPr sz="504"/>
            </a:lvl5pPr>
            <a:lvl6pPr marL="720090" indent="0" algn="ctr">
              <a:buNone/>
              <a:defRPr sz="504"/>
            </a:lvl6pPr>
            <a:lvl7pPr marL="864108" indent="0" algn="ctr">
              <a:buNone/>
              <a:defRPr sz="504"/>
            </a:lvl7pPr>
            <a:lvl8pPr marL="1008126" indent="0" algn="ctr">
              <a:buNone/>
              <a:defRPr sz="504"/>
            </a:lvl8pPr>
            <a:lvl9pPr marL="1152144" indent="0" algn="ctr">
              <a:buNone/>
              <a:defRPr sz="504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8ACF62-6B1D-48CA-BD1B-B494BA9C5265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73A37-5179-40C6-B8E3-8D09EFE694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93204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8ACF62-6B1D-48CA-BD1B-B494BA9C5265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73A37-5179-40C6-B8E3-8D09EFE694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23098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9206" y="538647"/>
            <a:ext cx="9470887" cy="898744"/>
          </a:xfrm>
        </p:spPr>
        <p:txBody>
          <a:bodyPr anchor="b"/>
          <a:lstStyle>
            <a:lvl1pPr>
              <a:defRPr sz="189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9206" y="1445894"/>
            <a:ext cx="9470887" cy="472628"/>
          </a:xfrm>
        </p:spPr>
        <p:txBody>
          <a:bodyPr/>
          <a:lstStyle>
            <a:lvl1pPr marL="0" indent="0">
              <a:buNone/>
              <a:defRPr sz="756">
                <a:solidFill>
                  <a:schemeClr val="tx1">
                    <a:tint val="82000"/>
                  </a:schemeClr>
                </a:solidFill>
              </a:defRPr>
            </a:lvl1pPr>
            <a:lvl2pPr marL="144018" indent="0">
              <a:buNone/>
              <a:defRPr sz="630">
                <a:solidFill>
                  <a:schemeClr val="tx1">
                    <a:tint val="82000"/>
                  </a:schemeClr>
                </a:solidFill>
              </a:defRPr>
            </a:lvl2pPr>
            <a:lvl3pPr marL="288036" indent="0">
              <a:buNone/>
              <a:defRPr sz="567">
                <a:solidFill>
                  <a:schemeClr val="tx1">
                    <a:tint val="82000"/>
                  </a:schemeClr>
                </a:solidFill>
              </a:defRPr>
            </a:lvl3pPr>
            <a:lvl4pPr marL="432054" indent="0">
              <a:buNone/>
              <a:defRPr sz="504">
                <a:solidFill>
                  <a:schemeClr val="tx1">
                    <a:tint val="82000"/>
                  </a:schemeClr>
                </a:solidFill>
              </a:defRPr>
            </a:lvl4pPr>
            <a:lvl5pPr marL="576072" indent="0">
              <a:buNone/>
              <a:defRPr sz="504">
                <a:solidFill>
                  <a:schemeClr val="tx1">
                    <a:tint val="82000"/>
                  </a:schemeClr>
                </a:solidFill>
              </a:defRPr>
            </a:lvl5pPr>
            <a:lvl6pPr marL="720090" indent="0">
              <a:buNone/>
              <a:defRPr sz="504">
                <a:solidFill>
                  <a:schemeClr val="tx1">
                    <a:tint val="82000"/>
                  </a:schemeClr>
                </a:solidFill>
              </a:defRPr>
            </a:lvl6pPr>
            <a:lvl7pPr marL="864108" indent="0">
              <a:buNone/>
              <a:defRPr sz="504">
                <a:solidFill>
                  <a:schemeClr val="tx1">
                    <a:tint val="82000"/>
                  </a:schemeClr>
                </a:solidFill>
              </a:defRPr>
            </a:lvl7pPr>
            <a:lvl8pPr marL="1008126" indent="0">
              <a:buNone/>
              <a:defRPr sz="504">
                <a:solidFill>
                  <a:schemeClr val="tx1">
                    <a:tint val="82000"/>
                  </a:schemeClr>
                </a:solidFill>
              </a:defRPr>
            </a:lvl8pPr>
            <a:lvl9pPr marL="1152144" indent="0">
              <a:buNone/>
              <a:defRPr sz="504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8ACF62-6B1D-48CA-BD1B-B494BA9C5265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73A37-5179-40C6-B8E3-8D09EFE694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64779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54926" y="575157"/>
            <a:ext cx="4666814" cy="137087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58998" y="575157"/>
            <a:ext cx="4666814" cy="137087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8ACF62-6B1D-48CA-BD1B-B494BA9C5265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73A37-5179-40C6-B8E3-8D09EFE694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72852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6356" y="115031"/>
            <a:ext cx="9470887" cy="417614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6357" y="529645"/>
            <a:ext cx="4645366" cy="259570"/>
          </a:xfrm>
        </p:spPr>
        <p:txBody>
          <a:bodyPr anchor="b"/>
          <a:lstStyle>
            <a:lvl1pPr marL="0" indent="0">
              <a:buNone/>
              <a:defRPr sz="756" b="1"/>
            </a:lvl1pPr>
            <a:lvl2pPr marL="144018" indent="0">
              <a:buNone/>
              <a:defRPr sz="630" b="1"/>
            </a:lvl2pPr>
            <a:lvl3pPr marL="288036" indent="0">
              <a:buNone/>
              <a:defRPr sz="567" b="1"/>
            </a:lvl3pPr>
            <a:lvl4pPr marL="432054" indent="0">
              <a:buNone/>
              <a:defRPr sz="504" b="1"/>
            </a:lvl4pPr>
            <a:lvl5pPr marL="576072" indent="0">
              <a:buNone/>
              <a:defRPr sz="504" b="1"/>
            </a:lvl5pPr>
            <a:lvl6pPr marL="720090" indent="0">
              <a:buNone/>
              <a:defRPr sz="504" b="1"/>
            </a:lvl6pPr>
            <a:lvl7pPr marL="864108" indent="0">
              <a:buNone/>
              <a:defRPr sz="504" b="1"/>
            </a:lvl7pPr>
            <a:lvl8pPr marL="1008126" indent="0">
              <a:buNone/>
              <a:defRPr sz="504" b="1"/>
            </a:lvl8pPr>
            <a:lvl9pPr marL="1152144" indent="0">
              <a:buNone/>
              <a:defRPr sz="504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56357" y="789215"/>
            <a:ext cx="4645366" cy="116081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558999" y="529645"/>
            <a:ext cx="4668244" cy="259570"/>
          </a:xfrm>
        </p:spPr>
        <p:txBody>
          <a:bodyPr anchor="b"/>
          <a:lstStyle>
            <a:lvl1pPr marL="0" indent="0">
              <a:buNone/>
              <a:defRPr sz="756" b="1"/>
            </a:lvl1pPr>
            <a:lvl2pPr marL="144018" indent="0">
              <a:buNone/>
              <a:defRPr sz="630" b="1"/>
            </a:lvl2pPr>
            <a:lvl3pPr marL="288036" indent="0">
              <a:buNone/>
              <a:defRPr sz="567" b="1"/>
            </a:lvl3pPr>
            <a:lvl4pPr marL="432054" indent="0">
              <a:buNone/>
              <a:defRPr sz="504" b="1"/>
            </a:lvl4pPr>
            <a:lvl5pPr marL="576072" indent="0">
              <a:buNone/>
              <a:defRPr sz="504" b="1"/>
            </a:lvl5pPr>
            <a:lvl6pPr marL="720090" indent="0">
              <a:buNone/>
              <a:defRPr sz="504" b="1"/>
            </a:lvl6pPr>
            <a:lvl7pPr marL="864108" indent="0">
              <a:buNone/>
              <a:defRPr sz="504" b="1"/>
            </a:lvl7pPr>
            <a:lvl8pPr marL="1008126" indent="0">
              <a:buNone/>
              <a:defRPr sz="504" b="1"/>
            </a:lvl8pPr>
            <a:lvl9pPr marL="1152144" indent="0">
              <a:buNone/>
              <a:defRPr sz="504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58999" y="789215"/>
            <a:ext cx="4668244" cy="116081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8ACF62-6B1D-48CA-BD1B-B494BA9C5265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73A37-5179-40C6-B8E3-8D09EFE694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40072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8ACF62-6B1D-48CA-BD1B-B494BA9C5265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73A37-5179-40C6-B8E3-8D09EFE694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5745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8ACF62-6B1D-48CA-BD1B-B494BA9C5265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73A37-5179-40C6-B8E3-8D09EFE694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60058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6356" y="144039"/>
            <a:ext cx="3541574" cy="504137"/>
          </a:xfrm>
        </p:spPr>
        <p:txBody>
          <a:bodyPr anchor="b"/>
          <a:lstStyle>
            <a:lvl1pPr>
              <a:defRPr sz="1008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68244" y="311085"/>
            <a:ext cx="5558999" cy="1535418"/>
          </a:xfrm>
        </p:spPr>
        <p:txBody>
          <a:bodyPr/>
          <a:lstStyle>
            <a:lvl1pPr>
              <a:defRPr sz="1008"/>
            </a:lvl1pPr>
            <a:lvl2pPr>
              <a:defRPr sz="882"/>
            </a:lvl2pPr>
            <a:lvl3pPr>
              <a:defRPr sz="756"/>
            </a:lvl3pPr>
            <a:lvl4pPr>
              <a:defRPr sz="630"/>
            </a:lvl4pPr>
            <a:lvl5pPr>
              <a:defRPr sz="630"/>
            </a:lvl5pPr>
            <a:lvl6pPr>
              <a:defRPr sz="630"/>
            </a:lvl6pPr>
            <a:lvl7pPr>
              <a:defRPr sz="630"/>
            </a:lvl7pPr>
            <a:lvl8pPr>
              <a:defRPr sz="630"/>
            </a:lvl8pPr>
            <a:lvl9pPr>
              <a:defRPr sz="63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56356" y="648176"/>
            <a:ext cx="3541574" cy="1200827"/>
          </a:xfrm>
        </p:spPr>
        <p:txBody>
          <a:bodyPr/>
          <a:lstStyle>
            <a:lvl1pPr marL="0" indent="0">
              <a:buNone/>
              <a:defRPr sz="504"/>
            </a:lvl1pPr>
            <a:lvl2pPr marL="144018" indent="0">
              <a:buNone/>
              <a:defRPr sz="441"/>
            </a:lvl2pPr>
            <a:lvl3pPr marL="288036" indent="0">
              <a:buNone/>
              <a:defRPr sz="378"/>
            </a:lvl3pPr>
            <a:lvl4pPr marL="432054" indent="0">
              <a:buNone/>
              <a:defRPr sz="315"/>
            </a:lvl4pPr>
            <a:lvl5pPr marL="576072" indent="0">
              <a:buNone/>
              <a:defRPr sz="315"/>
            </a:lvl5pPr>
            <a:lvl6pPr marL="720090" indent="0">
              <a:buNone/>
              <a:defRPr sz="315"/>
            </a:lvl6pPr>
            <a:lvl7pPr marL="864108" indent="0">
              <a:buNone/>
              <a:defRPr sz="315"/>
            </a:lvl7pPr>
            <a:lvl8pPr marL="1008126" indent="0">
              <a:buNone/>
              <a:defRPr sz="315"/>
            </a:lvl8pPr>
            <a:lvl9pPr marL="1152144" indent="0">
              <a:buNone/>
              <a:defRPr sz="31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8ACF62-6B1D-48CA-BD1B-B494BA9C5265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73A37-5179-40C6-B8E3-8D09EFE694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53336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6356" y="144039"/>
            <a:ext cx="3541574" cy="504137"/>
          </a:xfrm>
        </p:spPr>
        <p:txBody>
          <a:bodyPr anchor="b"/>
          <a:lstStyle>
            <a:lvl1pPr>
              <a:defRPr sz="1008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668244" y="311085"/>
            <a:ext cx="5558999" cy="1535418"/>
          </a:xfrm>
        </p:spPr>
        <p:txBody>
          <a:bodyPr anchor="t"/>
          <a:lstStyle>
            <a:lvl1pPr marL="0" indent="0">
              <a:buNone/>
              <a:defRPr sz="1008"/>
            </a:lvl1pPr>
            <a:lvl2pPr marL="144018" indent="0">
              <a:buNone/>
              <a:defRPr sz="882"/>
            </a:lvl2pPr>
            <a:lvl3pPr marL="288036" indent="0">
              <a:buNone/>
              <a:defRPr sz="756"/>
            </a:lvl3pPr>
            <a:lvl4pPr marL="432054" indent="0">
              <a:buNone/>
              <a:defRPr sz="630"/>
            </a:lvl4pPr>
            <a:lvl5pPr marL="576072" indent="0">
              <a:buNone/>
              <a:defRPr sz="630"/>
            </a:lvl5pPr>
            <a:lvl6pPr marL="720090" indent="0">
              <a:buNone/>
              <a:defRPr sz="630"/>
            </a:lvl6pPr>
            <a:lvl7pPr marL="864108" indent="0">
              <a:buNone/>
              <a:defRPr sz="630"/>
            </a:lvl7pPr>
            <a:lvl8pPr marL="1008126" indent="0">
              <a:buNone/>
              <a:defRPr sz="630"/>
            </a:lvl8pPr>
            <a:lvl9pPr marL="1152144" indent="0">
              <a:buNone/>
              <a:defRPr sz="63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56356" y="648176"/>
            <a:ext cx="3541574" cy="1200827"/>
          </a:xfrm>
        </p:spPr>
        <p:txBody>
          <a:bodyPr/>
          <a:lstStyle>
            <a:lvl1pPr marL="0" indent="0">
              <a:buNone/>
              <a:defRPr sz="504"/>
            </a:lvl1pPr>
            <a:lvl2pPr marL="144018" indent="0">
              <a:buNone/>
              <a:defRPr sz="441"/>
            </a:lvl2pPr>
            <a:lvl3pPr marL="288036" indent="0">
              <a:buNone/>
              <a:defRPr sz="378"/>
            </a:lvl3pPr>
            <a:lvl4pPr marL="432054" indent="0">
              <a:buNone/>
              <a:defRPr sz="315"/>
            </a:lvl4pPr>
            <a:lvl5pPr marL="576072" indent="0">
              <a:buNone/>
              <a:defRPr sz="315"/>
            </a:lvl5pPr>
            <a:lvl6pPr marL="720090" indent="0">
              <a:buNone/>
              <a:defRPr sz="315"/>
            </a:lvl6pPr>
            <a:lvl7pPr marL="864108" indent="0">
              <a:buNone/>
              <a:defRPr sz="315"/>
            </a:lvl7pPr>
            <a:lvl8pPr marL="1008126" indent="0">
              <a:buNone/>
              <a:defRPr sz="315"/>
            </a:lvl8pPr>
            <a:lvl9pPr marL="1152144" indent="0">
              <a:buNone/>
              <a:defRPr sz="31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8ACF62-6B1D-48CA-BD1B-B494BA9C5265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73A37-5179-40C6-B8E3-8D09EFE694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28941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8ACF62-6B1D-48CA-BD1B-B494BA9C5265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73A37-5179-40C6-B8E3-8D09EFE694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88061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858090" y="115032"/>
            <a:ext cx="2367722" cy="183099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54926" y="115032"/>
            <a:ext cx="6965906" cy="183099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8ACF62-6B1D-48CA-BD1B-B494BA9C5265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73A37-5179-40C6-B8E3-8D09EFE694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7807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4926" y="115031"/>
            <a:ext cx="9470887" cy="4176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4926" y="575157"/>
            <a:ext cx="9470887" cy="13708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4926" y="2002545"/>
            <a:ext cx="2470666" cy="1150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7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D8ACF62-6B1D-48CA-BD1B-B494BA9C5265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37370" y="2002545"/>
            <a:ext cx="3705999" cy="1150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7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55146" y="2002545"/>
            <a:ext cx="2470666" cy="1150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7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E73A37-5179-40C6-B8E3-8D09EFE694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17478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288036" rtl="0" eaLnBrk="1" latinLnBrk="0" hangingPunct="1">
        <a:lnSpc>
          <a:spcPct val="90000"/>
        </a:lnSpc>
        <a:spcBef>
          <a:spcPct val="0"/>
        </a:spcBef>
        <a:buNone/>
        <a:defRPr sz="138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2009" indent="-72009" algn="l" defTabSz="288036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882" kern="1200">
          <a:solidFill>
            <a:schemeClr val="tx1"/>
          </a:solidFill>
          <a:latin typeface="+mn-lt"/>
          <a:ea typeface="+mn-ea"/>
          <a:cs typeface="+mn-cs"/>
        </a:defRPr>
      </a:lvl1pPr>
      <a:lvl2pPr marL="216027" indent="-72009" algn="l" defTabSz="288036" rtl="0" eaLnBrk="1" latinLnBrk="0" hangingPunct="1">
        <a:lnSpc>
          <a:spcPct val="90000"/>
        </a:lnSpc>
        <a:spcBef>
          <a:spcPts val="158"/>
        </a:spcBef>
        <a:buFont typeface="Arial" panose="020B0604020202020204" pitchFamily="34" charset="0"/>
        <a:buChar char="•"/>
        <a:defRPr sz="756" kern="1200">
          <a:solidFill>
            <a:schemeClr val="tx1"/>
          </a:solidFill>
          <a:latin typeface="+mn-lt"/>
          <a:ea typeface="+mn-ea"/>
          <a:cs typeface="+mn-cs"/>
        </a:defRPr>
      </a:lvl2pPr>
      <a:lvl3pPr marL="360045" indent="-72009" algn="l" defTabSz="288036" rtl="0" eaLnBrk="1" latinLnBrk="0" hangingPunct="1">
        <a:lnSpc>
          <a:spcPct val="90000"/>
        </a:lnSpc>
        <a:spcBef>
          <a:spcPts val="158"/>
        </a:spcBef>
        <a:buFont typeface="Arial" panose="020B0604020202020204" pitchFamily="34" charset="0"/>
        <a:buChar char="•"/>
        <a:defRPr sz="630" kern="1200">
          <a:solidFill>
            <a:schemeClr val="tx1"/>
          </a:solidFill>
          <a:latin typeface="+mn-lt"/>
          <a:ea typeface="+mn-ea"/>
          <a:cs typeface="+mn-cs"/>
        </a:defRPr>
      </a:lvl3pPr>
      <a:lvl4pPr marL="504063" indent="-72009" algn="l" defTabSz="288036" rtl="0" eaLnBrk="1" latinLnBrk="0" hangingPunct="1">
        <a:lnSpc>
          <a:spcPct val="90000"/>
        </a:lnSpc>
        <a:spcBef>
          <a:spcPts val="158"/>
        </a:spcBef>
        <a:buFont typeface="Arial" panose="020B0604020202020204" pitchFamily="34" charset="0"/>
        <a:buChar char="•"/>
        <a:defRPr sz="567" kern="1200">
          <a:solidFill>
            <a:schemeClr val="tx1"/>
          </a:solidFill>
          <a:latin typeface="+mn-lt"/>
          <a:ea typeface="+mn-ea"/>
          <a:cs typeface="+mn-cs"/>
        </a:defRPr>
      </a:lvl4pPr>
      <a:lvl5pPr marL="648081" indent="-72009" algn="l" defTabSz="288036" rtl="0" eaLnBrk="1" latinLnBrk="0" hangingPunct="1">
        <a:lnSpc>
          <a:spcPct val="90000"/>
        </a:lnSpc>
        <a:spcBef>
          <a:spcPts val="158"/>
        </a:spcBef>
        <a:buFont typeface="Arial" panose="020B0604020202020204" pitchFamily="34" charset="0"/>
        <a:buChar char="•"/>
        <a:defRPr sz="567" kern="1200">
          <a:solidFill>
            <a:schemeClr val="tx1"/>
          </a:solidFill>
          <a:latin typeface="+mn-lt"/>
          <a:ea typeface="+mn-ea"/>
          <a:cs typeface="+mn-cs"/>
        </a:defRPr>
      </a:lvl5pPr>
      <a:lvl6pPr marL="792099" indent="-72009" algn="l" defTabSz="288036" rtl="0" eaLnBrk="1" latinLnBrk="0" hangingPunct="1">
        <a:lnSpc>
          <a:spcPct val="90000"/>
        </a:lnSpc>
        <a:spcBef>
          <a:spcPts val="158"/>
        </a:spcBef>
        <a:buFont typeface="Arial" panose="020B0604020202020204" pitchFamily="34" charset="0"/>
        <a:buChar char="•"/>
        <a:defRPr sz="567" kern="1200">
          <a:solidFill>
            <a:schemeClr val="tx1"/>
          </a:solidFill>
          <a:latin typeface="+mn-lt"/>
          <a:ea typeface="+mn-ea"/>
          <a:cs typeface="+mn-cs"/>
        </a:defRPr>
      </a:lvl6pPr>
      <a:lvl7pPr marL="936117" indent="-72009" algn="l" defTabSz="288036" rtl="0" eaLnBrk="1" latinLnBrk="0" hangingPunct="1">
        <a:lnSpc>
          <a:spcPct val="90000"/>
        </a:lnSpc>
        <a:spcBef>
          <a:spcPts val="158"/>
        </a:spcBef>
        <a:buFont typeface="Arial" panose="020B0604020202020204" pitchFamily="34" charset="0"/>
        <a:buChar char="•"/>
        <a:defRPr sz="567" kern="1200">
          <a:solidFill>
            <a:schemeClr val="tx1"/>
          </a:solidFill>
          <a:latin typeface="+mn-lt"/>
          <a:ea typeface="+mn-ea"/>
          <a:cs typeface="+mn-cs"/>
        </a:defRPr>
      </a:lvl7pPr>
      <a:lvl8pPr marL="1080135" indent="-72009" algn="l" defTabSz="288036" rtl="0" eaLnBrk="1" latinLnBrk="0" hangingPunct="1">
        <a:lnSpc>
          <a:spcPct val="90000"/>
        </a:lnSpc>
        <a:spcBef>
          <a:spcPts val="158"/>
        </a:spcBef>
        <a:buFont typeface="Arial" panose="020B0604020202020204" pitchFamily="34" charset="0"/>
        <a:buChar char="•"/>
        <a:defRPr sz="567" kern="1200">
          <a:solidFill>
            <a:schemeClr val="tx1"/>
          </a:solidFill>
          <a:latin typeface="+mn-lt"/>
          <a:ea typeface="+mn-ea"/>
          <a:cs typeface="+mn-cs"/>
        </a:defRPr>
      </a:lvl8pPr>
      <a:lvl9pPr marL="1224153" indent="-72009" algn="l" defTabSz="288036" rtl="0" eaLnBrk="1" latinLnBrk="0" hangingPunct="1">
        <a:lnSpc>
          <a:spcPct val="90000"/>
        </a:lnSpc>
        <a:spcBef>
          <a:spcPts val="158"/>
        </a:spcBef>
        <a:buFont typeface="Arial" panose="020B0604020202020204" pitchFamily="34" charset="0"/>
        <a:buChar char="•"/>
        <a:defRPr sz="5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88036" rtl="0" eaLnBrk="1" latinLnBrk="0" hangingPunct="1">
        <a:defRPr sz="567" kern="1200">
          <a:solidFill>
            <a:schemeClr val="tx1"/>
          </a:solidFill>
          <a:latin typeface="+mn-lt"/>
          <a:ea typeface="+mn-ea"/>
          <a:cs typeface="+mn-cs"/>
        </a:defRPr>
      </a:lvl1pPr>
      <a:lvl2pPr marL="144018" algn="l" defTabSz="288036" rtl="0" eaLnBrk="1" latinLnBrk="0" hangingPunct="1">
        <a:defRPr sz="567" kern="1200">
          <a:solidFill>
            <a:schemeClr val="tx1"/>
          </a:solidFill>
          <a:latin typeface="+mn-lt"/>
          <a:ea typeface="+mn-ea"/>
          <a:cs typeface="+mn-cs"/>
        </a:defRPr>
      </a:lvl2pPr>
      <a:lvl3pPr marL="288036" algn="l" defTabSz="288036" rtl="0" eaLnBrk="1" latinLnBrk="0" hangingPunct="1">
        <a:defRPr sz="567" kern="1200">
          <a:solidFill>
            <a:schemeClr val="tx1"/>
          </a:solidFill>
          <a:latin typeface="+mn-lt"/>
          <a:ea typeface="+mn-ea"/>
          <a:cs typeface="+mn-cs"/>
        </a:defRPr>
      </a:lvl3pPr>
      <a:lvl4pPr marL="432054" algn="l" defTabSz="288036" rtl="0" eaLnBrk="1" latinLnBrk="0" hangingPunct="1">
        <a:defRPr sz="567" kern="1200">
          <a:solidFill>
            <a:schemeClr val="tx1"/>
          </a:solidFill>
          <a:latin typeface="+mn-lt"/>
          <a:ea typeface="+mn-ea"/>
          <a:cs typeface="+mn-cs"/>
        </a:defRPr>
      </a:lvl4pPr>
      <a:lvl5pPr marL="576072" algn="l" defTabSz="288036" rtl="0" eaLnBrk="1" latinLnBrk="0" hangingPunct="1">
        <a:defRPr sz="567" kern="1200">
          <a:solidFill>
            <a:schemeClr val="tx1"/>
          </a:solidFill>
          <a:latin typeface="+mn-lt"/>
          <a:ea typeface="+mn-ea"/>
          <a:cs typeface="+mn-cs"/>
        </a:defRPr>
      </a:lvl5pPr>
      <a:lvl6pPr marL="720090" algn="l" defTabSz="288036" rtl="0" eaLnBrk="1" latinLnBrk="0" hangingPunct="1">
        <a:defRPr sz="567" kern="1200">
          <a:solidFill>
            <a:schemeClr val="tx1"/>
          </a:solidFill>
          <a:latin typeface="+mn-lt"/>
          <a:ea typeface="+mn-ea"/>
          <a:cs typeface="+mn-cs"/>
        </a:defRPr>
      </a:lvl6pPr>
      <a:lvl7pPr marL="864108" algn="l" defTabSz="288036" rtl="0" eaLnBrk="1" latinLnBrk="0" hangingPunct="1">
        <a:defRPr sz="567" kern="1200">
          <a:solidFill>
            <a:schemeClr val="tx1"/>
          </a:solidFill>
          <a:latin typeface="+mn-lt"/>
          <a:ea typeface="+mn-ea"/>
          <a:cs typeface="+mn-cs"/>
        </a:defRPr>
      </a:lvl7pPr>
      <a:lvl8pPr marL="1008126" algn="l" defTabSz="288036" rtl="0" eaLnBrk="1" latinLnBrk="0" hangingPunct="1">
        <a:defRPr sz="567" kern="1200">
          <a:solidFill>
            <a:schemeClr val="tx1"/>
          </a:solidFill>
          <a:latin typeface="+mn-lt"/>
          <a:ea typeface="+mn-ea"/>
          <a:cs typeface="+mn-cs"/>
        </a:defRPr>
      </a:lvl8pPr>
      <a:lvl9pPr marL="1152144" algn="l" defTabSz="288036" rtl="0" eaLnBrk="1" latinLnBrk="0" hangingPunct="1">
        <a:defRPr sz="56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37722CD7-1F60-8211-8FFA-C306193B7AB6}"/>
              </a:ext>
            </a:extLst>
          </p:cNvPr>
          <p:cNvSpPr txBox="1"/>
          <p:nvPr/>
        </p:nvSpPr>
        <p:spPr>
          <a:xfrm>
            <a:off x="60822" y="463739"/>
            <a:ext cx="3778249" cy="1569660"/>
          </a:xfrm>
          <a:prstGeom prst="rect">
            <a:avLst/>
          </a:prstGeom>
          <a:noFill/>
          <a:ln w="952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just"/>
            <a:r>
              <a:rPr lang="en-US" sz="1200" dirty="0">
                <a:latin typeface="Linux Libertine" panose="02000503000000000000" pitchFamily="2" charset="0"/>
                <a:ea typeface="Linux Libertine" panose="02000503000000000000" pitchFamily="2" charset="0"/>
                <a:cs typeface="Linux Libertine" panose="02000503000000000000" pitchFamily="2" charset="0"/>
              </a:rPr>
              <a:t>Based on the logs, infer the valid values for each field by referencing these common types of data validation:</a:t>
            </a:r>
          </a:p>
          <a:p>
            <a:pPr algn="just"/>
            <a:r>
              <a:rPr lang="en-US" sz="1200" dirty="0">
                <a:latin typeface="Linux Libertine" panose="02000503000000000000" pitchFamily="2" charset="0"/>
                <a:ea typeface="Linux Libertine" panose="02000503000000000000" pitchFamily="2" charset="0"/>
                <a:cs typeface="Linux Libertine" panose="02000503000000000000" pitchFamily="2" charset="0"/>
              </a:rPr>
              <a:t>1. </a:t>
            </a:r>
            <a:r>
              <a:rPr lang="en-US" sz="1200" b="1" dirty="0">
                <a:latin typeface="Linux Libertine" panose="02000503000000000000" pitchFamily="2" charset="0"/>
                <a:ea typeface="Linux Libertine" panose="02000503000000000000" pitchFamily="2" charset="0"/>
                <a:cs typeface="Linux Libertine" panose="02000503000000000000" pitchFamily="2" charset="0"/>
              </a:rPr>
              <a:t>Data Type Check</a:t>
            </a:r>
            <a:r>
              <a:rPr lang="en-US" sz="1200" dirty="0">
                <a:latin typeface="Linux Libertine" panose="02000503000000000000" pitchFamily="2" charset="0"/>
                <a:ea typeface="Linux Libertine" panose="02000503000000000000" pitchFamily="2" charset="0"/>
                <a:cs typeface="Linux Libertine" panose="02000503000000000000" pitchFamily="2" charset="0"/>
              </a:rPr>
              <a:t>: can the string value be converted to a correct data type? (e.g., "0.0" -&gt; float 0.0)</a:t>
            </a:r>
          </a:p>
          <a:p>
            <a:pPr algn="just"/>
            <a:r>
              <a:rPr lang="en-US" sz="1200" dirty="0">
                <a:latin typeface="Linux Libertine" panose="02000503000000000000" pitchFamily="2" charset="0"/>
                <a:ea typeface="Linux Libertine" panose="02000503000000000000" pitchFamily="2" charset="0"/>
                <a:cs typeface="Linux Libertine" panose="02000503000000000000" pitchFamily="2" charset="0"/>
              </a:rPr>
              <a:t>2. </a:t>
            </a:r>
            <a:r>
              <a:rPr lang="en-US" sz="1200" b="1" dirty="0">
                <a:latin typeface="Linux Libertine" panose="02000503000000000000" pitchFamily="2" charset="0"/>
                <a:ea typeface="Linux Libertine" panose="02000503000000000000" pitchFamily="2" charset="0"/>
                <a:cs typeface="Linux Libertine" panose="02000503000000000000" pitchFamily="2" charset="0"/>
              </a:rPr>
              <a:t>Code Check</a:t>
            </a:r>
            <a:r>
              <a:rPr lang="en-US" sz="1200" dirty="0">
                <a:latin typeface="Linux Libertine" panose="02000503000000000000" pitchFamily="2" charset="0"/>
                <a:ea typeface="Linux Libertine" panose="02000503000000000000" pitchFamily="2" charset="0"/>
                <a:cs typeface="Linux Libertine" panose="02000503000000000000" pitchFamily="2" charset="0"/>
              </a:rPr>
              <a:t>: does the value fall within a valid list of values? (e.g., postal codes, country codes, NAICS industry codes)</a:t>
            </a:r>
          </a:p>
          <a:p>
            <a:pPr algn="ctr"/>
            <a:r>
              <a:rPr lang="en-US" sz="1200" dirty="0">
                <a:latin typeface="Linux Libertine" panose="02000503000000000000" pitchFamily="2" charset="0"/>
                <a:ea typeface="Linux Libertine" panose="02000503000000000000" pitchFamily="2" charset="0"/>
                <a:cs typeface="Linux Libertine" panose="02000503000000000000" pitchFamily="2" charset="0"/>
              </a:rPr>
              <a:t>......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D987806-5334-A6F4-E6F0-426B6BC06968}"/>
              </a:ext>
            </a:extLst>
          </p:cNvPr>
          <p:cNvSpPr txBox="1"/>
          <p:nvPr/>
        </p:nvSpPr>
        <p:spPr>
          <a:xfrm>
            <a:off x="372431" y="127189"/>
            <a:ext cx="31550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latin typeface="Linux Libertine" panose="02000503000000000000" pitchFamily="2" charset="0"/>
                <a:ea typeface="Linux Libertine" panose="02000503000000000000" pitchFamily="2" charset="0"/>
                <a:cs typeface="Linux Libertine" panose="02000503000000000000" pitchFamily="2" charset="0"/>
              </a:rPr>
              <a:t>Manually Crafted Prompt from </a:t>
            </a:r>
            <a:r>
              <a:rPr lang="en-US" sz="1200" b="1" dirty="0" err="1">
                <a:latin typeface="Linux Libertine" panose="02000503000000000000" pitchFamily="2" charset="0"/>
                <a:ea typeface="Linux Libertine" panose="02000503000000000000" pitchFamily="2" charset="0"/>
                <a:cs typeface="Linux Libertine" panose="02000503000000000000" pitchFamily="2" charset="0"/>
              </a:rPr>
              <a:t>WebNorm</a:t>
            </a:r>
            <a:endParaRPr lang="en-US" sz="1200" b="1" dirty="0">
              <a:latin typeface="Linux Libertine" panose="02000503000000000000" pitchFamily="2" charset="0"/>
              <a:ea typeface="Linux Libertine" panose="02000503000000000000" pitchFamily="2" charset="0"/>
              <a:cs typeface="Linux Libertine" panose="02000503000000000000" pitchFamily="2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C348EB5-7279-781A-485A-A1366FE39756}"/>
              </a:ext>
            </a:extLst>
          </p:cNvPr>
          <p:cNvSpPr txBox="1"/>
          <p:nvPr/>
        </p:nvSpPr>
        <p:spPr>
          <a:xfrm>
            <a:off x="4080372" y="463739"/>
            <a:ext cx="3778249" cy="1569660"/>
          </a:xfrm>
          <a:prstGeom prst="rect">
            <a:avLst/>
          </a:prstGeom>
          <a:noFill/>
          <a:ln w="952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just"/>
            <a:r>
              <a:rPr lang="en-US" sz="1200" dirty="0">
                <a:latin typeface="Linux Libertine" panose="02000503000000000000" pitchFamily="2" charset="0"/>
                <a:ea typeface="Linux Libertine" panose="02000503000000000000" pitchFamily="2" charset="0"/>
                <a:cs typeface="Linux Libertine" panose="02000503000000000000" pitchFamily="2" charset="0"/>
              </a:rPr>
              <a:t>* </a:t>
            </a:r>
            <a:r>
              <a:rPr lang="en-US" sz="1200" b="1" dirty="0">
                <a:latin typeface="Linux Libertine" panose="02000503000000000000" pitchFamily="2" charset="0"/>
                <a:ea typeface="Linux Libertine" panose="02000503000000000000" pitchFamily="2" charset="0"/>
                <a:cs typeface="Linux Libertine" panose="02000503000000000000" pitchFamily="2" charset="0"/>
              </a:rPr>
              <a:t>**Consistency**</a:t>
            </a:r>
          </a:p>
          <a:p>
            <a:pPr algn="just"/>
            <a:r>
              <a:rPr lang="en-US" sz="1200" dirty="0">
                <a:latin typeface="Linux Libertine" panose="02000503000000000000" pitchFamily="2" charset="0"/>
                <a:ea typeface="Linux Libertine" panose="02000503000000000000" pitchFamily="2" charset="0"/>
                <a:cs typeface="Linux Libertine" panose="02000503000000000000" pitchFamily="2" charset="0"/>
              </a:rPr>
              <a:t>  - If a field appears in both the main and related event namespaces, their values must be identical.</a:t>
            </a:r>
          </a:p>
          <a:p>
            <a:pPr algn="just"/>
            <a:r>
              <a:rPr lang="en-US" sz="1200" dirty="0">
                <a:latin typeface="Linux Libertine" panose="02000503000000000000" pitchFamily="2" charset="0"/>
                <a:ea typeface="Linux Libertine" panose="02000503000000000000" pitchFamily="2" charset="0"/>
                <a:cs typeface="Linux Libertine" panose="02000503000000000000" pitchFamily="2" charset="0"/>
              </a:rPr>
              <a:t>  - </a:t>
            </a:r>
            <a:r>
              <a:rPr lang="en-US" sz="1200" i="1" dirty="0">
                <a:latin typeface="Linux Libertine" panose="02000503000000000000" pitchFamily="2" charset="0"/>
                <a:ea typeface="Linux Libertine" panose="02000503000000000000" pitchFamily="2" charset="0"/>
                <a:cs typeface="Linux Libertine" panose="02000503000000000000" pitchFamily="2" charset="0"/>
              </a:rPr>
              <a:t>If a joined value and an original value have similar or corresponding field names, their values must also be identical.</a:t>
            </a:r>
          </a:p>
          <a:p>
            <a:pPr algn="just"/>
            <a:r>
              <a:rPr lang="en-US" sz="1200" dirty="0">
                <a:latin typeface="Linux Libertine" panose="02000503000000000000" pitchFamily="2" charset="0"/>
                <a:ea typeface="Linux Libertine" panose="02000503000000000000" pitchFamily="2" charset="0"/>
                <a:cs typeface="Linux Libertine" panose="02000503000000000000" pitchFamily="2" charset="0"/>
              </a:rPr>
              <a:t>- For dictionary fields, all subfields must recursively match the corresponding keys at each level.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E71E935-7941-2658-AF42-5C828E2C482B}"/>
              </a:ext>
            </a:extLst>
          </p:cNvPr>
          <p:cNvSpPr txBox="1"/>
          <p:nvPr/>
        </p:nvSpPr>
        <p:spPr>
          <a:xfrm>
            <a:off x="4672506" y="127189"/>
            <a:ext cx="25939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latin typeface="Linux Libertine" panose="02000503000000000000" pitchFamily="2" charset="0"/>
                <a:ea typeface="Linux Libertine" panose="02000503000000000000" pitchFamily="2" charset="0"/>
                <a:cs typeface="Linux Libertine" panose="02000503000000000000" pitchFamily="2" charset="0"/>
              </a:rPr>
              <a:t>Refined Prompts by </a:t>
            </a:r>
            <a:r>
              <a:rPr lang="en-US" sz="1200" b="1" dirty="0" err="1">
                <a:latin typeface="Linux Libertine" panose="02000503000000000000" pitchFamily="2" charset="0"/>
                <a:ea typeface="Linux Libertine" panose="02000503000000000000" pitchFamily="2" charset="0"/>
                <a:cs typeface="Linux Libertine" panose="02000503000000000000" pitchFamily="2" charset="0"/>
              </a:rPr>
              <a:t>AgenticNorm</a:t>
            </a:r>
            <a:endParaRPr lang="en-US" sz="1200" b="1" dirty="0">
              <a:latin typeface="Linux Libertine" panose="02000503000000000000" pitchFamily="2" charset="0"/>
              <a:ea typeface="Linux Libertine" panose="02000503000000000000" pitchFamily="2" charset="0"/>
              <a:cs typeface="Linux Libertine" panose="02000503000000000000" pitchFamily="2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2A1C066-F7A7-99FB-4A4A-BA599566C2F4}"/>
              </a:ext>
            </a:extLst>
          </p:cNvPr>
          <p:cNvSpPr txBox="1"/>
          <p:nvPr/>
        </p:nvSpPr>
        <p:spPr>
          <a:xfrm>
            <a:off x="8309774" y="1096759"/>
            <a:ext cx="2400299" cy="461665"/>
          </a:xfrm>
          <a:prstGeom prst="rect">
            <a:avLst/>
          </a:prstGeom>
          <a:noFill/>
          <a:ln w="952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just"/>
            <a:r>
              <a:rPr lang="en-US" sz="1200" dirty="0">
                <a:latin typeface="Linux Libertine" panose="02000503000000000000" pitchFamily="2" charset="0"/>
                <a:ea typeface="Linux Libertine" panose="02000503000000000000" pitchFamily="2" charset="0"/>
                <a:cs typeface="Linux Libertine" panose="02000503000000000000" pitchFamily="2" charset="0"/>
              </a:rPr>
              <a:t>assert log[“</a:t>
            </a:r>
            <a:r>
              <a:rPr lang="en-US" sz="1200" dirty="0" err="1">
                <a:latin typeface="Linux Libertine" panose="02000503000000000000" pitchFamily="2" charset="0"/>
                <a:ea typeface="Linux Libertine" panose="02000503000000000000" pitchFamily="2" charset="0"/>
                <a:cs typeface="Linux Libertine" panose="02000503000000000000" pitchFamily="2" charset="0"/>
              </a:rPr>
              <a:t>arguments.orderId</a:t>
            </a:r>
            <a:r>
              <a:rPr lang="en-US" sz="1200" dirty="0">
                <a:latin typeface="Linux Libertine" panose="02000503000000000000" pitchFamily="2" charset="0"/>
                <a:ea typeface="Linux Libertine" panose="02000503000000000000" pitchFamily="2" charset="0"/>
                <a:cs typeface="Linux Libertine" panose="02000503000000000000" pitchFamily="2" charset="0"/>
              </a:rPr>
              <a:t>”] == log[“</a:t>
            </a:r>
            <a:r>
              <a:rPr lang="en-US" sz="1200" dirty="0" err="1">
                <a:latin typeface="Linux Libertine" panose="02000503000000000000" pitchFamily="2" charset="0"/>
                <a:ea typeface="Linux Libertine" panose="02000503000000000000" pitchFamily="2" charset="0"/>
                <a:cs typeface="Linux Libertine" panose="02000503000000000000" pitchFamily="2" charset="0"/>
              </a:rPr>
              <a:t>response.data</a:t>
            </a:r>
            <a:r>
              <a:rPr lang="en-US" sz="1200" dirty="0">
                <a:latin typeface="Linux Libertine" panose="02000503000000000000" pitchFamily="2" charset="0"/>
                <a:ea typeface="Linux Libertine" panose="02000503000000000000" pitchFamily="2" charset="0"/>
                <a:cs typeface="Linux Libertine" panose="02000503000000000000" pitchFamily="2" charset="0"/>
              </a:rPr>
              <a:t>[joined].id”]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011591C-A94F-0D24-DD6B-6F4028DAD194}"/>
              </a:ext>
            </a:extLst>
          </p:cNvPr>
          <p:cNvSpPr txBox="1"/>
          <p:nvPr/>
        </p:nvSpPr>
        <p:spPr>
          <a:xfrm>
            <a:off x="8037404" y="820169"/>
            <a:ext cx="29450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latin typeface="Linux Libertine" panose="02000503000000000000" pitchFamily="2" charset="0"/>
                <a:ea typeface="Linux Libertine" panose="02000503000000000000" pitchFamily="2" charset="0"/>
                <a:cs typeface="Linux Libertine" panose="02000503000000000000" pitchFamily="2" charset="0"/>
              </a:rPr>
              <a:t>Constraints Generated by </a:t>
            </a:r>
            <a:r>
              <a:rPr lang="en-US" sz="1200" b="1" dirty="0" err="1">
                <a:latin typeface="Linux Libertine" panose="02000503000000000000" pitchFamily="2" charset="0"/>
                <a:ea typeface="Linux Libertine" panose="02000503000000000000" pitchFamily="2" charset="0"/>
                <a:cs typeface="Linux Libertine" panose="02000503000000000000" pitchFamily="2" charset="0"/>
              </a:rPr>
              <a:t>AgenticNorm</a:t>
            </a:r>
            <a:endParaRPr lang="en-US" sz="1200" b="1" dirty="0">
              <a:latin typeface="Linux Libertine" panose="02000503000000000000" pitchFamily="2" charset="0"/>
              <a:ea typeface="Linux Libertine" panose="02000503000000000000" pitchFamily="2" charset="0"/>
              <a:cs typeface="Linux Libertine" panose="02000503000000000000" pitchFamily="2" charset="0"/>
            </a:endParaRPr>
          </a:p>
        </p:txBody>
      </p: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AD6E8B43-04DD-21A4-D030-32A06E13445E}"/>
              </a:ext>
            </a:extLst>
          </p:cNvPr>
          <p:cNvCxnSpPr>
            <a:cxnSpLocks/>
            <a:stCxn id="2" idx="3"/>
          </p:cNvCxnSpPr>
          <p:nvPr/>
        </p:nvCxnSpPr>
        <p:spPr>
          <a:xfrm>
            <a:off x="7820024" y="1328339"/>
            <a:ext cx="48975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BF9CD8C9-F8BE-3982-8E91-A99E2B837F80}"/>
              </a:ext>
            </a:extLst>
          </p:cNvPr>
          <p:cNvSpPr/>
          <p:nvPr/>
        </p:nvSpPr>
        <p:spPr>
          <a:xfrm>
            <a:off x="4138611" y="1061242"/>
            <a:ext cx="3681413" cy="53419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27913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主题​​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58</TotalTime>
  <Words>180</Words>
  <Application>Microsoft Office PowerPoint</Application>
  <PresentationFormat>Custom</PresentationFormat>
  <Paragraphs>12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Linux Libertine</vt:lpstr>
      <vt:lpstr>Office 主题​​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Sakura Moe</dc:creator>
  <cp:lastModifiedBy>Wenjie Zhang</cp:lastModifiedBy>
  <cp:revision>22</cp:revision>
  <dcterms:created xsi:type="dcterms:W3CDTF">2025-09-10T15:23:48Z</dcterms:created>
  <dcterms:modified xsi:type="dcterms:W3CDTF">2025-09-14T09:42:54Z</dcterms:modified>
</cp:coreProperties>
</file>