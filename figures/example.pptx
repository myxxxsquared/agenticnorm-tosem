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7" r:id="rId2"/>
  </p:sldIdLst>
  <p:sldSz cx="12960350" cy="28797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750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44" y="471289"/>
            <a:ext cx="9720263" cy="1002571"/>
          </a:xfrm>
        </p:spPr>
        <p:txBody>
          <a:bodyPr anchor="b"/>
          <a:lstStyle>
            <a:lvl1pPr algn="ctr">
              <a:defRPr sz="2519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0044" y="1512522"/>
            <a:ext cx="9720263" cy="695267"/>
          </a:xfrm>
        </p:spPr>
        <p:txBody>
          <a:bodyPr/>
          <a:lstStyle>
            <a:lvl1pPr marL="0" indent="0" algn="ctr">
              <a:buNone/>
              <a:defRPr sz="1008"/>
            </a:lvl1pPr>
            <a:lvl2pPr marL="191978" indent="0" algn="ctr">
              <a:buNone/>
              <a:defRPr sz="840"/>
            </a:lvl2pPr>
            <a:lvl3pPr marL="383957" indent="0" algn="ctr">
              <a:buNone/>
              <a:defRPr sz="756"/>
            </a:lvl3pPr>
            <a:lvl4pPr marL="575935" indent="0" algn="ctr">
              <a:buNone/>
              <a:defRPr sz="672"/>
            </a:lvl4pPr>
            <a:lvl5pPr marL="767913" indent="0" algn="ctr">
              <a:buNone/>
              <a:defRPr sz="672"/>
            </a:lvl5pPr>
            <a:lvl6pPr marL="959891" indent="0" algn="ctr">
              <a:buNone/>
              <a:defRPr sz="672"/>
            </a:lvl6pPr>
            <a:lvl7pPr marL="1151870" indent="0" algn="ctr">
              <a:buNone/>
              <a:defRPr sz="672"/>
            </a:lvl7pPr>
            <a:lvl8pPr marL="1343848" indent="0" algn="ctr">
              <a:buNone/>
              <a:defRPr sz="672"/>
            </a:lvl8pPr>
            <a:lvl9pPr marL="1535826" indent="0" algn="ctr">
              <a:buNone/>
              <a:defRPr sz="672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29FD0-D543-4911-8882-FE91F6663EB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B1A6B-1096-44F3-9F32-1D4A80F7D9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0701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29FD0-D543-4911-8882-FE91F6663EB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B1A6B-1096-44F3-9F32-1D4A80F7D9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508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4274" y="717932"/>
            <a:ext cx="11178302" cy="1197885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4274" y="1927150"/>
            <a:ext cx="11178302" cy="629940"/>
          </a:xfrm>
        </p:spPr>
        <p:txBody>
          <a:bodyPr/>
          <a:lstStyle>
            <a:lvl1pPr marL="0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1pPr>
            <a:lvl2pPr marL="191978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2pPr>
            <a:lvl3pPr marL="383957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3pPr>
            <a:lvl4pPr marL="575935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4pPr>
            <a:lvl5pPr marL="767913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5pPr>
            <a:lvl6pPr marL="959891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6pPr>
            <a:lvl7pPr marL="1151870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7pPr>
            <a:lvl8pPr marL="1343848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8pPr>
            <a:lvl9pPr marL="1535826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29FD0-D543-4911-8882-FE91F6663EB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B1A6B-1096-44F3-9F32-1D4A80F7D9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9786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91024" y="766593"/>
            <a:ext cx="5508149" cy="182715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61177" y="766593"/>
            <a:ext cx="5508149" cy="182715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29FD0-D543-4911-8882-FE91F6663EB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B1A6B-1096-44F3-9F32-1D4A80F7D9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56532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2" y="153319"/>
            <a:ext cx="11178302" cy="556614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2713" y="705933"/>
            <a:ext cx="5482835" cy="345967"/>
          </a:xfrm>
        </p:spPr>
        <p:txBody>
          <a:bodyPr anchor="b"/>
          <a:lstStyle>
            <a:lvl1pPr marL="0" indent="0">
              <a:buNone/>
              <a:defRPr sz="1008" b="1"/>
            </a:lvl1pPr>
            <a:lvl2pPr marL="191978" indent="0">
              <a:buNone/>
              <a:defRPr sz="840" b="1"/>
            </a:lvl2pPr>
            <a:lvl3pPr marL="383957" indent="0">
              <a:buNone/>
              <a:defRPr sz="756" b="1"/>
            </a:lvl3pPr>
            <a:lvl4pPr marL="575935" indent="0">
              <a:buNone/>
              <a:defRPr sz="672" b="1"/>
            </a:lvl4pPr>
            <a:lvl5pPr marL="767913" indent="0">
              <a:buNone/>
              <a:defRPr sz="672" b="1"/>
            </a:lvl5pPr>
            <a:lvl6pPr marL="959891" indent="0">
              <a:buNone/>
              <a:defRPr sz="672" b="1"/>
            </a:lvl6pPr>
            <a:lvl7pPr marL="1151870" indent="0">
              <a:buNone/>
              <a:defRPr sz="672" b="1"/>
            </a:lvl7pPr>
            <a:lvl8pPr marL="1343848" indent="0">
              <a:buNone/>
              <a:defRPr sz="672" b="1"/>
            </a:lvl8pPr>
            <a:lvl9pPr marL="1535826" indent="0">
              <a:buNone/>
              <a:defRPr sz="672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2713" y="1051899"/>
            <a:ext cx="5482835" cy="1547186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61177" y="705933"/>
            <a:ext cx="5509837" cy="345967"/>
          </a:xfrm>
        </p:spPr>
        <p:txBody>
          <a:bodyPr anchor="b"/>
          <a:lstStyle>
            <a:lvl1pPr marL="0" indent="0">
              <a:buNone/>
              <a:defRPr sz="1008" b="1"/>
            </a:lvl1pPr>
            <a:lvl2pPr marL="191978" indent="0">
              <a:buNone/>
              <a:defRPr sz="840" b="1"/>
            </a:lvl2pPr>
            <a:lvl3pPr marL="383957" indent="0">
              <a:buNone/>
              <a:defRPr sz="756" b="1"/>
            </a:lvl3pPr>
            <a:lvl4pPr marL="575935" indent="0">
              <a:buNone/>
              <a:defRPr sz="672" b="1"/>
            </a:lvl4pPr>
            <a:lvl5pPr marL="767913" indent="0">
              <a:buNone/>
              <a:defRPr sz="672" b="1"/>
            </a:lvl5pPr>
            <a:lvl6pPr marL="959891" indent="0">
              <a:buNone/>
              <a:defRPr sz="672" b="1"/>
            </a:lvl6pPr>
            <a:lvl7pPr marL="1151870" indent="0">
              <a:buNone/>
              <a:defRPr sz="672" b="1"/>
            </a:lvl7pPr>
            <a:lvl8pPr marL="1343848" indent="0">
              <a:buNone/>
              <a:defRPr sz="672" b="1"/>
            </a:lvl8pPr>
            <a:lvl9pPr marL="1535826" indent="0">
              <a:buNone/>
              <a:defRPr sz="672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61177" y="1051899"/>
            <a:ext cx="5509837" cy="1547186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29FD0-D543-4911-8882-FE91F6663EB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B1A6B-1096-44F3-9F32-1D4A80F7D9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1045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29FD0-D543-4911-8882-FE91F6663EB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B1A6B-1096-44F3-9F32-1D4A80F7D9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202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29FD0-D543-4911-8882-FE91F6663EB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B1A6B-1096-44F3-9F32-1D4A80F7D9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4388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3" y="191982"/>
            <a:ext cx="4180050" cy="671936"/>
          </a:xfrm>
        </p:spPr>
        <p:txBody>
          <a:bodyPr anchor="b"/>
          <a:lstStyle>
            <a:lvl1pPr>
              <a:defRPr sz="1344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09837" y="414627"/>
            <a:ext cx="6561177" cy="2046471"/>
          </a:xfrm>
        </p:spPr>
        <p:txBody>
          <a:bodyPr/>
          <a:lstStyle>
            <a:lvl1pPr>
              <a:defRPr sz="1344"/>
            </a:lvl1pPr>
            <a:lvl2pPr>
              <a:defRPr sz="1176"/>
            </a:lvl2pPr>
            <a:lvl3pPr>
              <a:defRPr sz="1008"/>
            </a:lvl3pPr>
            <a:lvl4pPr>
              <a:defRPr sz="840"/>
            </a:lvl4pPr>
            <a:lvl5pPr>
              <a:defRPr sz="840"/>
            </a:lvl5pPr>
            <a:lvl6pPr>
              <a:defRPr sz="840"/>
            </a:lvl6pPr>
            <a:lvl7pPr>
              <a:defRPr sz="840"/>
            </a:lvl7pPr>
            <a:lvl8pPr>
              <a:defRPr sz="840"/>
            </a:lvl8pPr>
            <a:lvl9pPr>
              <a:defRPr sz="84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2713" y="863918"/>
            <a:ext cx="4180050" cy="1600514"/>
          </a:xfrm>
        </p:spPr>
        <p:txBody>
          <a:bodyPr/>
          <a:lstStyle>
            <a:lvl1pPr marL="0" indent="0">
              <a:buNone/>
              <a:defRPr sz="672"/>
            </a:lvl1pPr>
            <a:lvl2pPr marL="191978" indent="0">
              <a:buNone/>
              <a:defRPr sz="588"/>
            </a:lvl2pPr>
            <a:lvl3pPr marL="383957" indent="0">
              <a:buNone/>
              <a:defRPr sz="504"/>
            </a:lvl3pPr>
            <a:lvl4pPr marL="575935" indent="0">
              <a:buNone/>
              <a:defRPr sz="420"/>
            </a:lvl4pPr>
            <a:lvl5pPr marL="767913" indent="0">
              <a:buNone/>
              <a:defRPr sz="420"/>
            </a:lvl5pPr>
            <a:lvl6pPr marL="959891" indent="0">
              <a:buNone/>
              <a:defRPr sz="420"/>
            </a:lvl6pPr>
            <a:lvl7pPr marL="1151870" indent="0">
              <a:buNone/>
              <a:defRPr sz="420"/>
            </a:lvl7pPr>
            <a:lvl8pPr marL="1343848" indent="0">
              <a:buNone/>
              <a:defRPr sz="420"/>
            </a:lvl8pPr>
            <a:lvl9pPr marL="1535826" indent="0">
              <a:buNone/>
              <a:defRPr sz="42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29FD0-D543-4911-8882-FE91F6663EB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B1A6B-1096-44F3-9F32-1D4A80F7D9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7238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3" y="191982"/>
            <a:ext cx="4180050" cy="671936"/>
          </a:xfrm>
        </p:spPr>
        <p:txBody>
          <a:bodyPr anchor="b"/>
          <a:lstStyle>
            <a:lvl1pPr>
              <a:defRPr sz="1344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09837" y="414627"/>
            <a:ext cx="6561177" cy="2046471"/>
          </a:xfrm>
        </p:spPr>
        <p:txBody>
          <a:bodyPr anchor="t"/>
          <a:lstStyle>
            <a:lvl1pPr marL="0" indent="0">
              <a:buNone/>
              <a:defRPr sz="1344"/>
            </a:lvl1pPr>
            <a:lvl2pPr marL="191978" indent="0">
              <a:buNone/>
              <a:defRPr sz="1176"/>
            </a:lvl2pPr>
            <a:lvl3pPr marL="383957" indent="0">
              <a:buNone/>
              <a:defRPr sz="1008"/>
            </a:lvl3pPr>
            <a:lvl4pPr marL="575935" indent="0">
              <a:buNone/>
              <a:defRPr sz="840"/>
            </a:lvl4pPr>
            <a:lvl5pPr marL="767913" indent="0">
              <a:buNone/>
              <a:defRPr sz="840"/>
            </a:lvl5pPr>
            <a:lvl6pPr marL="959891" indent="0">
              <a:buNone/>
              <a:defRPr sz="840"/>
            </a:lvl6pPr>
            <a:lvl7pPr marL="1151870" indent="0">
              <a:buNone/>
              <a:defRPr sz="840"/>
            </a:lvl7pPr>
            <a:lvl8pPr marL="1343848" indent="0">
              <a:buNone/>
              <a:defRPr sz="840"/>
            </a:lvl8pPr>
            <a:lvl9pPr marL="1535826" indent="0">
              <a:buNone/>
              <a:defRPr sz="84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2713" y="863918"/>
            <a:ext cx="4180050" cy="1600514"/>
          </a:xfrm>
        </p:spPr>
        <p:txBody>
          <a:bodyPr/>
          <a:lstStyle>
            <a:lvl1pPr marL="0" indent="0">
              <a:buNone/>
              <a:defRPr sz="672"/>
            </a:lvl1pPr>
            <a:lvl2pPr marL="191978" indent="0">
              <a:buNone/>
              <a:defRPr sz="588"/>
            </a:lvl2pPr>
            <a:lvl3pPr marL="383957" indent="0">
              <a:buNone/>
              <a:defRPr sz="504"/>
            </a:lvl3pPr>
            <a:lvl4pPr marL="575935" indent="0">
              <a:buNone/>
              <a:defRPr sz="420"/>
            </a:lvl4pPr>
            <a:lvl5pPr marL="767913" indent="0">
              <a:buNone/>
              <a:defRPr sz="420"/>
            </a:lvl5pPr>
            <a:lvl6pPr marL="959891" indent="0">
              <a:buNone/>
              <a:defRPr sz="420"/>
            </a:lvl6pPr>
            <a:lvl7pPr marL="1151870" indent="0">
              <a:buNone/>
              <a:defRPr sz="420"/>
            </a:lvl7pPr>
            <a:lvl8pPr marL="1343848" indent="0">
              <a:buNone/>
              <a:defRPr sz="420"/>
            </a:lvl8pPr>
            <a:lvl9pPr marL="1535826" indent="0">
              <a:buNone/>
              <a:defRPr sz="42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29FD0-D543-4911-8882-FE91F6663EB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B1A6B-1096-44F3-9F32-1D4A80F7D9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2006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29FD0-D543-4911-8882-FE91F6663EB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B1A6B-1096-44F3-9F32-1D4A80F7D9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4070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4751" y="153319"/>
            <a:ext cx="2794575" cy="2440434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91024" y="153319"/>
            <a:ext cx="8221722" cy="2440434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29FD0-D543-4911-8882-FE91F6663EB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B1A6B-1096-44F3-9F32-1D4A80F7D9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0527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024" y="153319"/>
            <a:ext cx="11178302" cy="556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1024" y="766593"/>
            <a:ext cx="11178302" cy="18271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1024" y="2669079"/>
            <a:ext cx="2916079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529FD0-D543-4911-8882-FE91F6663EB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93116" y="2669079"/>
            <a:ext cx="4374118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3247" y="2669079"/>
            <a:ext cx="2916079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2B1A6B-1096-44F3-9F32-1D4A80F7D9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5996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383957" rtl="0" eaLnBrk="1" latinLnBrk="0" hangingPunct="1">
        <a:lnSpc>
          <a:spcPct val="90000"/>
        </a:lnSpc>
        <a:spcBef>
          <a:spcPct val="0"/>
        </a:spcBef>
        <a:buNone/>
        <a:defRPr sz="184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5989" indent="-95989" algn="l" defTabSz="383957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176" kern="1200">
          <a:solidFill>
            <a:schemeClr val="tx1"/>
          </a:solidFill>
          <a:latin typeface="+mn-lt"/>
          <a:ea typeface="+mn-ea"/>
          <a:cs typeface="+mn-cs"/>
        </a:defRPr>
      </a:lvl1pPr>
      <a:lvl2pPr marL="287967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1008" kern="1200">
          <a:solidFill>
            <a:schemeClr val="tx1"/>
          </a:solidFill>
          <a:latin typeface="+mn-lt"/>
          <a:ea typeface="+mn-ea"/>
          <a:cs typeface="+mn-cs"/>
        </a:defRPr>
      </a:lvl2pPr>
      <a:lvl3pPr marL="479946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71924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4pPr>
      <a:lvl5pPr marL="863902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5pPr>
      <a:lvl6pPr marL="1055881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6pPr>
      <a:lvl7pPr marL="1247859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7pPr>
      <a:lvl8pPr marL="1439837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8pPr>
      <a:lvl9pPr marL="1631815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1pPr>
      <a:lvl2pPr marL="191978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2pPr>
      <a:lvl3pPr marL="383957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3pPr>
      <a:lvl4pPr marL="575935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4pPr>
      <a:lvl5pPr marL="767913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5pPr>
      <a:lvl6pPr marL="959891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6pPr>
      <a:lvl7pPr marL="1151870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7pPr>
      <a:lvl8pPr marL="1343848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8pPr>
      <a:lvl9pPr marL="1535826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D71D3D4-C8F5-7D7E-1AF4-5F01495EB585}"/>
              </a:ext>
            </a:extLst>
          </p:cNvPr>
          <p:cNvGrpSpPr/>
          <p:nvPr/>
        </p:nvGrpSpPr>
        <p:grpSpPr>
          <a:xfrm>
            <a:off x="65836" y="96837"/>
            <a:ext cx="12828678" cy="2686050"/>
            <a:chOff x="76780" y="-476250"/>
            <a:chExt cx="12828678" cy="268605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A539FF3-3A52-5222-FF3F-6EF4A60E0EE1}"/>
                </a:ext>
              </a:extLst>
            </p:cNvPr>
            <p:cNvGrpSpPr/>
            <p:nvPr/>
          </p:nvGrpSpPr>
          <p:grpSpPr>
            <a:xfrm>
              <a:off x="76780" y="486914"/>
              <a:ext cx="2295450" cy="759722"/>
              <a:chOff x="349326" y="783328"/>
              <a:chExt cx="2295450" cy="759722"/>
            </a:xfrm>
          </p:grpSpPr>
          <p:sp>
            <p:nvSpPr>
              <p:cNvPr id="10" name="Rectangle: Top Corners Rounded 9">
                <a:extLst>
                  <a:ext uri="{FF2B5EF4-FFF2-40B4-BE49-F238E27FC236}">
                    <a16:creationId xmlns:a16="http://schemas.microsoft.com/office/drawing/2014/main" id="{A95480FF-8B9C-A7F7-A9C2-452E0ABA6057}"/>
                  </a:ext>
                </a:extLst>
              </p:cNvPr>
              <p:cNvSpPr/>
              <p:nvPr/>
            </p:nvSpPr>
            <p:spPr>
              <a:xfrm>
                <a:off x="349328" y="783328"/>
                <a:ext cx="2295448" cy="271688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ysClr val="windowText" lastClr="000000"/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>
                  <a:defRPr/>
                </a:pPr>
                <a:r>
                  <a:rPr lang="en-US" altLang="zh-CN" sz="1200" b="1" kern="0" dirty="0">
                    <a:solidFill>
                      <a:prstClr val="white"/>
                    </a:solidFill>
                    <a:latin typeface="Linux Libertine" panose="02000503000000000000" pitchFamily="2" charset="0"/>
                    <a:ea typeface="Linux Libertine" panose="02000503000000000000" pitchFamily="2" charset="0"/>
                    <a:cs typeface="Linux Libertine" panose="02000503000000000000" pitchFamily="2" charset="0"/>
                  </a:rPr>
                  <a:t>/</a:t>
                </a:r>
                <a:r>
                  <a:rPr lang="en-US" altLang="zh-CN" sz="1200" b="1" kern="0" dirty="0" err="1">
                    <a:solidFill>
                      <a:prstClr val="white"/>
                    </a:solidFill>
                    <a:latin typeface="Linux Libertine" panose="02000503000000000000" pitchFamily="2" charset="0"/>
                    <a:ea typeface="Linux Libertine" panose="02000503000000000000" pitchFamily="2" charset="0"/>
                    <a:cs typeface="Linux Libertine" panose="02000503000000000000" pitchFamily="2" charset="0"/>
                  </a:rPr>
                  <a:t>api</a:t>
                </a:r>
                <a:r>
                  <a:rPr lang="en-US" altLang="zh-CN" sz="1200" b="1" kern="0" dirty="0">
                    <a:solidFill>
                      <a:prstClr val="white"/>
                    </a:solidFill>
                    <a:latin typeface="Linux Libertine" panose="02000503000000000000" pitchFamily="2" charset="0"/>
                    <a:ea typeface="Linux Libertine" panose="02000503000000000000" pitchFamily="2" charset="0"/>
                    <a:cs typeface="Linux Libertine" panose="02000503000000000000" pitchFamily="2" charset="0"/>
                  </a:rPr>
                  <a:t>/v1/</a:t>
                </a:r>
                <a:r>
                  <a:rPr lang="en-US" altLang="zh-CN" sz="1200" b="1" kern="0" dirty="0" err="1">
                    <a:solidFill>
                      <a:prstClr val="white"/>
                    </a:solidFill>
                    <a:latin typeface="Linux Libertine" panose="02000503000000000000" pitchFamily="2" charset="0"/>
                    <a:ea typeface="Linux Libertine" panose="02000503000000000000" pitchFamily="2" charset="0"/>
                    <a:cs typeface="Linux Libertine" panose="02000503000000000000" pitchFamily="2" charset="0"/>
                  </a:rPr>
                  <a:t>preserveTicket</a:t>
                </a:r>
                <a:endParaRPr lang="en-US" altLang="zh-CN" sz="1200" b="1" kern="0" dirty="0">
                  <a:solidFill>
                    <a:prstClr val="white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E0479BF-C014-E73F-A86B-2A8F18ECC74A}"/>
                  </a:ext>
                </a:extLst>
              </p:cNvPr>
              <p:cNvSpPr/>
              <p:nvPr/>
            </p:nvSpPr>
            <p:spPr>
              <a:xfrm>
                <a:off x="349326" y="1055016"/>
                <a:ext cx="2295449" cy="488034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等线" panose="02010600030101010101" pitchFamily="2" charset="-122"/>
                  </a:rPr>
                  <a:t>arguments.oti.assurance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  <a:ea typeface="等线" panose="02010600030101010101" pitchFamily="2" charset="-122"/>
                  </a:rPr>
                  <a:t>: -2</a:t>
                </a: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095CD5C-F0BC-3DF3-B38E-8E403931CC00}"/>
                </a:ext>
              </a:extLst>
            </p:cNvPr>
            <p:cNvSpPr txBox="1"/>
            <p:nvPr/>
          </p:nvSpPr>
          <p:spPr>
            <a:xfrm>
              <a:off x="5584349" y="266611"/>
              <a:ext cx="4042922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Range Constraints:</a:t>
              </a:r>
            </a:p>
            <a:p>
              <a:r>
                <a:rPr lang="en-US" altLang="zh-CN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- All numeric fields must be within a valid domain depending on type:</a:t>
              </a:r>
            </a:p>
            <a:p>
              <a:r>
                <a:rPr lang="en-US" altLang="zh-CN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    - IDs, counters, quantities, prices, and assurance-like fields must be non-negative.</a:t>
              </a:r>
            </a:p>
            <a:p>
              <a:r>
                <a:rPr lang="en-US" altLang="zh-CN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    - Percentages/probabilities must be within [0, 1] or [0, 100].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FB3D266-7718-5E4B-28F7-6BFE1992375F}"/>
                </a:ext>
              </a:extLst>
            </p:cNvPr>
            <p:cNvSpPr txBox="1"/>
            <p:nvPr/>
          </p:nvSpPr>
          <p:spPr>
            <a:xfrm>
              <a:off x="373956" y="1281001"/>
              <a:ext cx="17011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Attack in </a:t>
              </a:r>
              <a:r>
                <a:rPr lang="en-US" altLang="zh-CN" sz="1200" b="1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TrainTicket</a:t>
              </a:r>
              <a:endParaRPr lang="zh-CN" altLang="en-US" sz="1200" b="1" dirty="0">
                <a:latin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62601CD-FEBA-A21B-3166-D38C97C509CC}"/>
                </a:ext>
              </a:extLst>
            </p:cNvPr>
            <p:cNvSpPr txBox="1"/>
            <p:nvPr/>
          </p:nvSpPr>
          <p:spPr>
            <a:xfrm>
              <a:off x="6955632" y="1474899"/>
              <a:ext cx="1300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Refined Prompt</a:t>
              </a:r>
              <a:endParaRPr lang="zh-CN" altLang="en-US" sz="1200" b="1" dirty="0">
                <a:latin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0E7D34C-C6F3-A53D-F1A9-3504E397A738}"/>
                </a:ext>
              </a:extLst>
            </p:cNvPr>
            <p:cNvSpPr txBox="1"/>
            <p:nvPr/>
          </p:nvSpPr>
          <p:spPr>
            <a:xfrm>
              <a:off x="10129361" y="728276"/>
              <a:ext cx="2776097" cy="2769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assert log["</a:t>
              </a:r>
              <a:r>
                <a:rPr lang="en-US" altLang="zh-CN" sz="1200" dirty="0" err="1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arguments.oti.assurance</a:t>
              </a:r>
              <a:r>
                <a:rPr lang="en-US" altLang="zh-CN" sz="120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"] &gt; 0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6ACCBAC-03FD-0AE2-CE9D-BDDA6D3B9E3F}"/>
                </a:ext>
              </a:extLst>
            </p:cNvPr>
            <p:cNvSpPr txBox="1"/>
            <p:nvPr/>
          </p:nvSpPr>
          <p:spPr>
            <a:xfrm>
              <a:off x="10750212" y="1017699"/>
              <a:ext cx="15343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12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Learned Constraint</a:t>
              </a:r>
              <a:endParaRPr lang="zh-CN" altLang="en-US" sz="1200" b="1" dirty="0">
                <a:latin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187B4E3-DE43-B3F9-D612-F60A4C917D17}"/>
                </a:ext>
              </a:extLst>
            </p:cNvPr>
            <p:cNvGrpSpPr/>
            <p:nvPr/>
          </p:nvGrpSpPr>
          <p:grpSpPr>
            <a:xfrm>
              <a:off x="2533650" y="-476250"/>
              <a:ext cx="2548607" cy="2686050"/>
              <a:chOff x="2933700" y="-476250"/>
              <a:chExt cx="2548607" cy="268605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91C81525-8B98-D959-340E-082D0833C13E}"/>
                  </a:ext>
                </a:extLst>
              </p:cNvPr>
              <p:cNvGrpSpPr/>
              <p:nvPr/>
            </p:nvGrpSpPr>
            <p:grpSpPr>
              <a:xfrm>
                <a:off x="3070215" y="-213959"/>
                <a:ext cx="2295450" cy="759722"/>
                <a:chOff x="349326" y="783328"/>
                <a:chExt cx="2295450" cy="759722"/>
              </a:xfrm>
            </p:grpSpPr>
            <p:sp>
              <p:nvSpPr>
                <p:cNvPr id="7" name="Rectangle: Top Corners Rounded 6">
                  <a:extLst>
                    <a:ext uri="{FF2B5EF4-FFF2-40B4-BE49-F238E27FC236}">
                      <a16:creationId xmlns:a16="http://schemas.microsoft.com/office/drawing/2014/main" id="{750042AF-F275-DD73-3536-382EAAB913A2}"/>
                    </a:ext>
                  </a:extLst>
                </p:cNvPr>
                <p:cNvSpPr/>
                <p:nvPr/>
              </p:nvSpPr>
              <p:spPr>
                <a:xfrm>
                  <a:off x="349328" y="783328"/>
                  <a:ext cx="2295448" cy="271688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Text" lastClr="000000"/>
                </a:solidFill>
                <a:ln w="127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en-US" altLang="zh-CN" sz="1200" b="1" kern="0" dirty="0">
                      <a:solidFill>
                        <a:prstClr val="white"/>
                      </a:solidFill>
                      <a:latin typeface="Linux Libertine" panose="02000503000000000000" pitchFamily="2" charset="0"/>
                      <a:ea typeface="Linux Libertine" panose="02000503000000000000" pitchFamily="2" charset="0"/>
                      <a:cs typeface="Linux Libertine" panose="02000503000000000000" pitchFamily="2" charset="0"/>
                    </a:rPr>
                    <a:t>/</a:t>
                  </a:r>
                  <a:r>
                    <a:rPr lang="en-US" altLang="zh-CN" sz="1200" b="1" kern="0" dirty="0" err="1">
                      <a:solidFill>
                        <a:prstClr val="white"/>
                      </a:solidFill>
                      <a:latin typeface="Linux Libertine" panose="02000503000000000000" pitchFamily="2" charset="0"/>
                      <a:ea typeface="Linux Libertine" panose="02000503000000000000" pitchFamily="2" charset="0"/>
                      <a:cs typeface="Linux Libertine" panose="02000503000000000000" pitchFamily="2" charset="0"/>
                    </a:rPr>
                    <a:t>api</a:t>
                  </a:r>
                  <a:r>
                    <a:rPr lang="en-US" altLang="zh-CN" sz="1200" b="1" kern="0" dirty="0">
                      <a:solidFill>
                        <a:prstClr val="white"/>
                      </a:solidFill>
                      <a:latin typeface="Linux Libertine" panose="02000503000000000000" pitchFamily="2" charset="0"/>
                      <a:ea typeface="Linux Libertine" panose="02000503000000000000" pitchFamily="2" charset="0"/>
                      <a:cs typeface="Linux Libertine" panose="02000503000000000000" pitchFamily="2" charset="0"/>
                    </a:rPr>
                    <a:t>/v1/consign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4177675-CFF2-F859-2EAE-7BFF1A3E8D6C}"/>
                    </a:ext>
                  </a:extLst>
                </p:cNvPr>
                <p:cNvSpPr/>
                <p:nvPr/>
              </p:nvSpPr>
              <p:spPr>
                <a:xfrm>
                  <a:off x="349326" y="1055016"/>
                  <a:ext cx="2295449" cy="488034"/>
                </a:xfrm>
                <a:prstGeom prst="rect">
                  <a:avLst/>
                </a:prstGeom>
                <a:solidFill>
                  <a:sysClr val="window" lastClr="FFFFFF"/>
                </a:solidFill>
                <a:ln w="1905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r>
                    <a:rPr lang="en-US" altLang="zh-CN" sz="1000" kern="0" dirty="0" err="1">
                      <a:solidFill>
                        <a:prstClr val="black"/>
                      </a:solidFill>
                      <a:latin typeface="Consolas" panose="020B0609020204030204" pitchFamily="49" charset="0"/>
                      <a:ea typeface="等线" panose="02010600030101010101" pitchFamily="2" charset="-122"/>
                    </a:rPr>
                    <a:t>arguments.consign.type</a:t>
                  </a:r>
                  <a:r>
                    <a:rPr lang="en-US" altLang="zh-CN" sz="1000" kern="0" dirty="0">
                      <a:solidFill>
                        <a:prstClr val="black"/>
                      </a:solidFill>
                      <a:latin typeface="Consolas" panose="020B0609020204030204" pitchFamily="49" charset="0"/>
                      <a:ea typeface="等线" panose="02010600030101010101" pitchFamily="2" charset="-122"/>
                    </a:rPr>
                    <a:t>: 1</a:t>
                  </a:r>
                </a:p>
              </p:txBody>
            </p:sp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C02C995-894B-1A1F-AE2F-94486C3AB4CF}"/>
                  </a:ext>
                </a:extLst>
              </p:cNvPr>
              <p:cNvSpPr txBox="1"/>
              <p:nvPr/>
            </p:nvSpPr>
            <p:spPr>
              <a:xfrm>
                <a:off x="3712037" y="600547"/>
                <a:ext cx="101181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Linux Libertine" panose="02000503000000000000" pitchFamily="2" charset="0"/>
                    <a:ea typeface="Linux Libertine" panose="02000503000000000000" pitchFamily="2" charset="0"/>
                    <a:cs typeface="Linux Libertine" panose="02000503000000000000" pitchFamily="2" charset="0"/>
                  </a:rPr>
                  <a:t>Normal Log</a:t>
                </a:r>
                <a:endParaRPr lang="zh-CN" altLang="en-US" sz="1200" b="1" dirty="0">
                  <a:latin typeface="Linux Libertine" panose="02000503000000000000" pitchFamily="2" charset="0"/>
                  <a:cs typeface="Linux Libertine" panose="02000503000000000000" pitchFamily="2" charset="0"/>
                </a:endParaRPr>
              </a:p>
            </p:txBody>
          </p: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A0644143-CB66-868E-D831-FB1E0354DCF4}"/>
                  </a:ext>
                </a:extLst>
              </p:cNvPr>
              <p:cNvGrpSpPr/>
              <p:nvPr/>
            </p:nvGrpSpPr>
            <p:grpSpPr>
              <a:xfrm>
                <a:off x="3070214" y="1009313"/>
                <a:ext cx="2295450" cy="759722"/>
                <a:chOff x="349326" y="783328"/>
                <a:chExt cx="2295450" cy="759722"/>
              </a:xfrm>
            </p:grpSpPr>
            <p:sp>
              <p:nvSpPr>
                <p:cNvPr id="24" name="Rectangle: Top Corners Rounded 23">
                  <a:extLst>
                    <a:ext uri="{FF2B5EF4-FFF2-40B4-BE49-F238E27FC236}">
                      <a16:creationId xmlns:a16="http://schemas.microsoft.com/office/drawing/2014/main" id="{0E9F8A51-47AD-2C03-27C8-E48834DEE241}"/>
                    </a:ext>
                  </a:extLst>
                </p:cNvPr>
                <p:cNvSpPr/>
                <p:nvPr/>
              </p:nvSpPr>
              <p:spPr>
                <a:xfrm>
                  <a:off x="349328" y="783328"/>
                  <a:ext cx="2295448" cy="271688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Text" lastClr="000000"/>
                </a:solidFill>
                <a:ln w="127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en-US" altLang="zh-CN" sz="1200" b="1" kern="0" dirty="0">
                      <a:solidFill>
                        <a:prstClr val="white"/>
                      </a:solidFill>
                      <a:latin typeface="Linux Libertine" panose="02000503000000000000" pitchFamily="2" charset="0"/>
                      <a:ea typeface="Linux Libertine" panose="02000503000000000000" pitchFamily="2" charset="0"/>
                      <a:cs typeface="Linux Libertine" panose="02000503000000000000" pitchFamily="2" charset="0"/>
                    </a:rPr>
                    <a:t>/</a:t>
                  </a:r>
                  <a:r>
                    <a:rPr lang="en-US" altLang="zh-CN" sz="1200" b="1" kern="0" dirty="0" err="1">
                      <a:solidFill>
                        <a:prstClr val="white"/>
                      </a:solidFill>
                      <a:latin typeface="Linux Libertine" panose="02000503000000000000" pitchFamily="2" charset="0"/>
                      <a:ea typeface="Linux Libertine" panose="02000503000000000000" pitchFamily="2" charset="0"/>
                      <a:cs typeface="Linux Libertine" panose="02000503000000000000" pitchFamily="2" charset="0"/>
                    </a:rPr>
                    <a:t>api</a:t>
                  </a:r>
                  <a:r>
                    <a:rPr lang="en-US" altLang="zh-CN" sz="1200" b="1" kern="0" dirty="0">
                      <a:solidFill>
                        <a:prstClr val="white"/>
                      </a:solidFill>
                      <a:latin typeface="Linux Libertine" panose="02000503000000000000" pitchFamily="2" charset="0"/>
                      <a:ea typeface="Linux Libertine" panose="02000503000000000000" pitchFamily="2" charset="0"/>
                      <a:cs typeface="Linux Libertine" panose="02000503000000000000" pitchFamily="2" charset="0"/>
                    </a:rPr>
                    <a:t>/v1/consign</a:t>
                  </a: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7032721C-F989-9C8D-8A62-898C9CF4A9FE}"/>
                    </a:ext>
                  </a:extLst>
                </p:cNvPr>
                <p:cNvSpPr/>
                <p:nvPr/>
              </p:nvSpPr>
              <p:spPr>
                <a:xfrm>
                  <a:off x="349326" y="1055016"/>
                  <a:ext cx="2295449" cy="488034"/>
                </a:xfrm>
                <a:prstGeom prst="rect">
                  <a:avLst/>
                </a:prstGeom>
                <a:solidFill>
                  <a:sysClr val="window" lastClr="FFFFFF"/>
                </a:solidFill>
                <a:ln w="1905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r>
                    <a:rPr lang="en-US" altLang="zh-CN" sz="1000" kern="0" dirty="0" err="1">
                      <a:solidFill>
                        <a:prstClr val="black"/>
                      </a:solidFill>
                      <a:latin typeface="Consolas" panose="020B0609020204030204" pitchFamily="49" charset="0"/>
                      <a:ea typeface="等线" panose="02010600030101010101" pitchFamily="2" charset="-122"/>
                    </a:rPr>
                    <a:t>arguments.consign.type</a:t>
                  </a:r>
                  <a:r>
                    <a:rPr lang="en-US" altLang="zh-CN" sz="1000" kern="0" dirty="0">
                      <a:solidFill>
                        <a:prstClr val="black"/>
                      </a:solidFill>
                      <a:latin typeface="Consolas" panose="020B0609020204030204" pitchFamily="49" charset="0"/>
                      <a:ea typeface="等线" panose="02010600030101010101" pitchFamily="2" charset="-122"/>
                    </a:rPr>
                    <a:t>: -1</a:t>
                  </a:r>
                </a:p>
              </p:txBody>
            </p:sp>
          </p:grp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69391E3-BB2A-7CD3-21E6-5CBBBBA95F35}"/>
                  </a:ext>
                </a:extLst>
              </p:cNvPr>
              <p:cNvSpPr txBox="1"/>
              <p:nvPr/>
            </p:nvSpPr>
            <p:spPr>
              <a:xfrm>
                <a:off x="3514865" y="1823819"/>
                <a:ext cx="14061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Linux Libertine" panose="02000503000000000000" pitchFamily="2" charset="0"/>
                    <a:ea typeface="Linux Libertine" panose="02000503000000000000" pitchFamily="2" charset="0"/>
                    <a:cs typeface="Linux Libertine" panose="02000503000000000000" pitchFamily="2" charset="0"/>
                  </a:rPr>
                  <a:t>Generated Attack</a:t>
                </a:r>
                <a:endParaRPr lang="zh-CN" altLang="en-US" sz="1200" b="1" dirty="0">
                  <a:latin typeface="Linux Libertine" panose="02000503000000000000" pitchFamily="2" charset="0"/>
                  <a:cs typeface="Linux Libertine" panose="02000503000000000000" pitchFamily="2" charset="0"/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8427479-7AA1-B10F-6017-3C53BCAC8839}"/>
                  </a:ext>
                </a:extLst>
              </p:cNvPr>
              <p:cNvSpPr/>
              <p:nvPr/>
            </p:nvSpPr>
            <p:spPr>
              <a:xfrm>
                <a:off x="2933700" y="-476250"/>
                <a:ext cx="2548607" cy="268605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86874B8-5EEA-403D-DD0F-F851B973DD0A}"/>
                </a:ext>
              </a:extLst>
            </p:cNvPr>
            <p:cNvCxnSpPr>
              <a:cxnSpLocks/>
            </p:cNvCxnSpPr>
            <p:nvPr/>
          </p:nvCxnSpPr>
          <p:spPr>
            <a:xfrm>
              <a:off x="5182132" y="866775"/>
              <a:ext cx="30234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9268F95-E8D3-E6BC-3CE8-3D77FBF53A7B}"/>
                </a:ext>
              </a:extLst>
            </p:cNvPr>
            <p:cNvCxnSpPr>
              <a:cxnSpLocks/>
            </p:cNvCxnSpPr>
            <p:nvPr/>
          </p:nvCxnSpPr>
          <p:spPr>
            <a:xfrm>
              <a:off x="9727146" y="866775"/>
              <a:ext cx="30234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3520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</TotalTime>
  <Words>116</Words>
  <Application>Microsoft Office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Consolas</vt:lpstr>
      <vt:lpstr>Linux Libertine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Wenjie Zhang</dc:creator>
  <cp:lastModifiedBy>Wenjie Zhang</cp:lastModifiedBy>
  <cp:revision>8</cp:revision>
  <dcterms:created xsi:type="dcterms:W3CDTF">2025-09-12T04:05:51Z</dcterms:created>
  <dcterms:modified xsi:type="dcterms:W3CDTF">2025-09-14T10:33:40Z</dcterms:modified>
</cp:coreProperties>
</file>