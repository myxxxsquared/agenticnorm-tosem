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104394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542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4925" y="294620"/>
            <a:ext cx="782955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25" y="945535"/>
            <a:ext cx="782955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86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5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1" y="448807"/>
            <a:ext cx="9003983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1" y="1204734"/>
            <a:ext cx="9003983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96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09" y="479227"/>
            <a:ext cx="4436745" cy="114222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479227"/>
            <a:ext cx="4436745" cy="1142226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39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8" y="95846"/>
            <a:ext cx="9003983" cy="34796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69" y="441305"/>
            <a:ext cx="4416355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69" y="657582"/>
            <a:ext cx="4416355" cy="96720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6" y="441305"/>
            <a:ext cx="4438105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6" y="657582"/>
            <a:ext cx="4438105" cy="96720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78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19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06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120015"/>
            <a:ext cx="3366978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5" y="259199"/>
            <a:ext cx="5284946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540067"/>
            <a:ext cx="3366978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01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120015"/>
            <a:ext cx="3366978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5" y="259199"/>
            <a:ext cx="5284946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540067"/>
            <a:ext cx="3366978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4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33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0695" y="95846"/>
            <a:ext cx="2250996" cy="152560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709" y="95846"/>
            <a:ext cx="6622494" cy="152560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09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09" y="95846"/>
            <a:ext cx="9003983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09" y="479227"/>
            <a:ext cx="9003983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1668542"/>
            <a:ext cx="234886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29FD0-D543-4911-8882-FE91F6663EBE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1668542"/>
            <a:ext cx="3523298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6" y="1668542"/>
            <a:ext cx="234886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B1A6B-1096-44F3-9F32-1D4A80F7D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79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3BFFFC6-CDF5-D3FA-1D1F-89226D135A61}"/>
              </a:ext>
            </a:extLst>
          </p:cNvPr>
          <p:cNvGrpSpPr/>
          <p:nvPr/>
        </p:nvGrpSpPr>
        <p:grpSpPr>
          <a:xfrm>
            <a:off x="188955" y="134061"/>
            <a:ext cx="10061499" cy="1532111"/>
            <a:chOff x="349326" y="359601"/>
            <a:chExt cx="10061499" cy="15321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A539FF3-3A52-5222-FF3F-6EF4A60E0EE1}"/>
                </a:ext>
              </a:extLst>
            </p:cNvPr>
            <p:cNvGrpSpPr/>
            <p:nvPr/>
          </p:nvGrpSpPr>
          <p:grpSpPr>
            <a:xfrm>
              <a:off x="349326" y="800208"/>
              <a:ext cx="2295450" cy="759722"/>
              <a:chOff x="349326" y="783328"/>
              <a:chExt cx="2295450" cy="759722"/>
            </a:xfrm>
          </p:grpSpPr>
          <p:sp>
            <p:nvSpPr>
              <p:cNvPr id="10" name="Rectangle: Top Corners Rounded 9">
                <a:extLst>
                  <a:ext uri="{FF2B5EF4-FFF2-40B4-BE49-F238E27FC236}">
                    <a16:creationId xmlns:a16="http://schemas.microsoft.com/office/drawing/2014/main" id="{A95480FF-8B9C-A7F7-A9C2-452E0ABA6057}"/>
                  </a:ext>
                </a:extLst>
              </p:cNvPr>
              <p:cNvSpPr/>
              <p:nvPr/>
            </p:nvSpPr>
            <p:spPr>
              <a:xfrm>
                <a:off x="349328" y="783328"/>
                <a:ext cx="2295448" cy="2716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/</a:t>
                </a:r>
                <a:r>
                  <a:rPr lang="en-US" altLang="zh-CN" sz="1200" b="1" kern="0" dirty="0" err="1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api</a:t>
                </a:r>
                <a:r>
                  <a:rPr lang="en-US" altLang="zh-CN" sz="1200" b="1" kern="0" dirty="0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/v1/</a:t>
                </a:r>
                <a:r>
                  <a:rPr lang="en-US" altLang="zh-CN" sz="1200" b="1" kern="0" dirty="0" err="1">
                    <a:solidFill>
                      <a:prstClr val="white"/>
                    </a:solidFill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preserveTicket</a:t>
                </a:r>
                <a:endParaRPr lang="en-US" altLang="zh-CN" sz="1200" b="1" kern="0" dirty="0">
                  <a:solidFill>
                    <a:prstClr val="white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0479BF-C014-E73F-A86B-2A8F18ECC74A}"/>
                  </a:ext>
                </a:extLst>
              </p:cNvPr>
              <p:cNvSpPr/>
              <p:nvPr/>
            </p:nvSpPr>
            <p:spPr>
              <a:xfrm>
                <a:off x="349326" y="1055016"/>
                <a:ext cx="2295449" cy="488034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r>
                  <a:rPr lang="en-US" altLang="zh-CN" sz="1000" kern="0" dirty="0" err="1">
                    <a:solidFill>
                      <a:prstClr val="black"/>
                    </a:solidFill>
                    <a:latin typeface="Consolas" panose="020B0609020204030204" pitchFamily="49" charset="0"/>
                    <a:ea typeface="等线" panose="02010600030101010101" pitchFamily="2" charset="-122"/>
                  </a:rPr>
                  <a:t>arguments.oti.assurance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Consolas" panose="020B0609020204030204" pitchFamily="49" charset="0"/>
                    <a:ea typeface="等线" panose="02010600030101010101" pitchFamily="2" charset="-122"/>
                  </a:rPr>
                  <a:t>: -2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95CD5C-F0BC-3DF3-B38E-8E403931CC00}"/>
                </a:ext>
              </a:extLst>
            </p:cNvPr>
            <p:cNvSpPr txBox="1"/>
            <p:nvPr/>
          </p:nvSpPr>
          <p:spPr>
            <a:xfrm>
              <a:off x="3118291" y="359601"/>
              <a:ext cx="4042922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Range Constraints:</a:t>
              </a:r>
            </a:p>
            <a:p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- All numeric fields must be within a valid domain depending on type:</a:t>
              </a:r>
            </a:p>
            <a:p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    - IDs, counters, quantities, prices, and assurance-like fields must be non-negative.</a:t>
              </a:r>
            </a:p>
            <a:p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    - Percentages/probabilities must be within [0, 1] or [0, 100].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FB3D266-7718-5E4B-28F7-6BFE1992375F}"/>
                </a:ext>
              </a:extLst>
            </p:cNvPr>
            <p:cNvSpPr txBox="1"/>
            <p:nvPr/>
          </p:nvSpPr>
          <p:spPr>
            <a:xfrm>
              <a:off x="660925" y="1614713"/>
              <a:ext cx="1672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Simplified Log Entity</a:t>
              </a:r>
              <a:endParaRPr lang="zh-CN" altLang="en-US" sz="1200" b="1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2601CD-FEBA-A21B-3166-D38C97C509CC}"/>
                </a:ext>
              </a:extLst>
            </p:cNvPr>
            <p:cNvSpPr txBox="1"/>
            <p:nvPr/>
          </p:nvSpPr>
          <p:spPr>
            <a:xfrm>
              <a:off x="4489573" y="1614713"/>
              <a:ext cx="13003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Refined Prompt</a:t>
              </a:r>
              <a:endParaRPr lang="zh-CN" altLang="en-US" sz="1200" b="1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E7D34C-C6F3-A53D-F1A9-3504E397A738}"/>
                </a:ext>
              </a:extLst>
            </p:cNvPr>
            <p:cNvSpPr txBox="1"/>
            <p:nvPr/>
          </p:nvSpPr>
          <p:spPr>
            <a:xfrm>
              <a:off x="7634728" y="1282931"/>
              <a:ext cx="2776097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assert log["</a:t>
              </a:r>
              <a:r>
                <a:rPr lang="en-US" altLang="zh-CN" sz="1200" dirty="0" err="1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arguments.oti.assurance</a:t>
              </a:r>
              <a:r>
                <a:rPr lang="en-US" altLang="zh-CN" sz="1200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"] &gt; 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ACCBAC-03FD-0AE2-CE9D-BDDA6D3B9E3F}"/>
                </a:ext>
              </a:extLst>
            </p:cNvPr>
            <p:cNvSpPr txBox="1"/>
            <p:nvPr/>
          </p:nvSpPr>
          <p:spPr>
            <a:xfrm>
              <a:off x="8255579" y="1614713"/>
              <a:ext cx="15343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Learned Constraint</a:t>
              </a:r>
              <a:endParaRPr lang="zh-CN" altLang="en-US" sz="1200" b="1" dirty="0"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352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85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4</cp:revision>
  <dcterms:created xsi:type="dcterms:W3CDTF">2025-09-12T04:05:51Z</dcterms:created>
  <dcterms:modified xsi:type="dcterms:W3CDTF">2025-09-12T04:12:40Z</dcterms:modified>
</cp:coreProperties>
</file>