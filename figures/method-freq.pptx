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0980738" cy="3060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150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2592" y="500906"/>
            <a:ext cx="8235554" cy="1065577"/>
          </a:xfrm>
        </p:spPr>
        <p:txBody>
          <a:bodyPr anchor="b"/>
          <a:lstStyle>
            <a:lvl1pPr algn="ctr">
              <a:defRPr sz="2678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592" y="1607576"/>
            <a:ext cx="8235554" cy="738960"/>
          </a:xfrm>
        </p:spPr>
        <p:txBody>
          <a:bodyPr/>
          <a:lstStyle>
            <a:lvl1pPr marL="0" indent="0" algn="ctr">
              <a:buNone/>
              <a:defRPr sz="1071"/>
            </a:lvl1pPr>
            <a:lvl2pPr marL="204048" indent="0" algn="ctr">
              <a:buNone/>
              <a:defRPr sz="893"/>
            </a:lvl2pPr>
            <a:lvl3pPr marL="408097" indent="0" algn="ctr">
              <a:buNone/>
              <a:defRPr sz="803"/>
            </a:lvl3pPr>
            <a:lvl4pPr marL="612145" indent="0" algn="ctr">
              <a:buNone/>
              <a:defRPr sz="714"/>
            </a:lvl4pPr>
            <a:lvl5pPr marL="816193" indent="0" algn="ctr">
              <a:buNone/>
              <a:defRPr sz="714"/>
            </a:lvl5pPr>
            <a:lvl6pPr marL="1020242" indent="0" algn="ctr">
              <a:buNone/>
              <a:defRPr sz="714"/>
            </a:lvl6pPr>
            <a:lvl7pPr marL="1224290" indent="0" algn="ctr">
              <a:buNone/>
              <a:defRPr sz="714"/>
            </a:lvl7pPr>
            <a:lvl8pPr marL="1428339" indent="0" algn="ctr">
              <a:buNone/>
              <a:defRPr sz="714"/>
            </a:lvl8pPr>
            <a:lvl9pPr marL="1632387" indent="0" algn="ctr">
              <a:buNone/>
              <a:defRPr sz="714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F2292-61EE-44A8-A348-6405C607B3E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C335-DE0F-4E2C-9586-68648E84E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007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F2292-61EE-44A8-A348-6405C607B3E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C335-DE0F-4E2C-9586-68648E84E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308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206" y="763050"/>
            <a:ext cx="9470887" cy="1273166"/>
          </a:xfrm>
        </p:spPr>
        <p:txBody>
          <a:bodyPr anchor="b"/>
          <a:lstStyle>
            <a:lvl1pPr>
              <a:defRPr sz="2678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206" y="2048261"/>
            <a:ext cx="9470887" cy="669528"/>
          </a:xfrm>
        </p:spPr>
        <p:txBody>
          <a:bodyPr/>
          <a:lstStyle>
            <a:lvl1pPr marL="0" indent="0">
              <a:buNone/>
              <a:defRPr sz="1071">
                <a:solidFill>
                  <a:schemeClr val="tx1">
                    <a:tint val="82000"/>
                  </a:schemeClr>
                </a:solidFill>
              </a:defRPr>
            </a:lvl1pPr>
            <a:lvl2pPr marL="204048" indent="0">
              <a:buNone/>
              <a:defRPr sz="893">
                <a:solidFill>
                  <a:schemeClr val="tx1">
                    <a:tint val="82000"/>
                  </a:schemeClr>
                </a:solidFill>
              </a:defRPr>
            </a:lvl2pPr>
            <a:lvl3pPr marL="408097" indent="0">
              <a:buNone/>
              <a:defRPr sz="803">
                <a:solidFill>
                  <a:schemeClr val="tx1">
                    <a:tint val="82000"/>
                  </a:schemeClr>
                </a:solidFill>
              </a:defRPr>
            </a:lvl3pPr>
            <a:lvl4pPr marL="612145" indent="0">
              <a:buNone/>
              <a:defRPr sz="714">
                <a:solidFill>
                  <a:schemeClr val="tx1">
                    <a:tint val="82000"/>
                  </a:schemeClr>
                </a:solidFill>
              </a:defRPr>
            </a:lvl4pPr>
            <a:lvl5pPr marL="816193" indent="0">
              <a:buNone/>
              <a:defRPr sz="714">
                <a:solidFill>
                  <a:schemeClr val="tx1">
                    <a:tint val="82000"/>
                  </a:schemeClr>
                </a:solidFill>
              </a:defRPr>
            </a:lvl5pPr>
            <a:lvl6pPr marL="1020242" indent="0">
              <a:buNone/>
              <a:defRPr sz="714">
                <a:solidFill>
                  <a:schemeClr val="tx1">
                    <a:tint val="82000"/>
                  </a:schemeClr>
                </a:solidFill>
              </a:defRPr>
            </a:lvl6pPr>
            <a:lvl7pPr marL="1224290" indent="0">
              <a:buNone/>
              <a:defRPr sz="714">
                <a:solidFill>
                  <a:schemeClr val="tx1">
                    <a:tint val="82000"/>
                  </a:schemeClr>
                </a:solidFill>
              </a:defRPr>
            </a:lvl7pPr>
            <a:lvl8pPr marL="1428339" indent="0">
              <a:buNone/>
              <a:defRPr sz="714">
                <a:solidFill>
                  <a:schemeClr val="tx1">
                    <a:tint val="82000"/>
                  </a:schemeClr>
                </a:solidFill>
              </a:defRPr>
            </a:lvl8pPr>
            <a:lvl9pPr marL="1632387" indent="0">
              <a:buNone/>
              <a:defRPr sz="71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F2292-61EE-44A8-A348-6405C607B3E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C335-DE0F-4E2C-9586-68648E84E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23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926" y="814770"/>
            <a:ext cx="4666814" cy="1941986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8998" y="814770"/>
            <a:ext cx="4666814" cy="1941986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F2292-61EE-44A8-A348-6405C607B3E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C335-DE0F-4E2C-9586-68648E84E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851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56" y="162954"/>
            <a:ext cx="9470887" cy="591594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357" y="750297"/>
            <a:ext cx="4645366" cy="367709"/>
          </a:xfrm>
        </p:spPr>
        <p:txBody>
          <a:bodyPr anchor="b"/>
          <a:lstStyle>
            <a:lvl1pPr marL="0" indent="0">
              <a:buNone/>
              <a:defRPr sz="1071" b="1"/>
            </a:lvl1pPr>
            <a:lvl2pPr marL="204048" indent="0">
              <a:buNone/>
              <a:defRPr sz="893" b="1"/>
            </a:lvl2pPr>
            <a:lvl3pPr marL="408097" indent="0">
              <a:buNone/>
              <a:defRPr sz="803" b="1"/>
            </a:lvl3pPr>
            <a:lvl4pPr marL="612145" indent="0">
              <a:buNone/>
              <a:defRPr sz="714" b="1"/>
            </a:lvl4pPr>
            <a:lvl5pPr marL="816193" indent="0">
              <a:buNone/>
              <a:defRPr sz="714" b="1"/>
            </a:lvl5pPr>
            <a:lvl6pPr marL="1020242" indent="0">
              <a:buNone/>
              <a:defRPr sz="714" b="1"/>
            </a:lvl6pPr>
            <a:lvl7pPr marL="1224290" indent="0">
              <a:buNone/>
              <a:defRPr sz="714" b="1"/>
            </a:lvl7pPr>
            <a:lvl8pPr marL="1428339" indent="0">
              <a:buNone/>
              <a:defRPr sz="714" b="1"/>
            </a:lvl8pPr>
            <a:lvl9pPr marL="1632387" indent="0">
              <a:buNone/>
              <a:defRPr sz="714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6357" y="1118006"/>
            <a:ext cx="4645366" cy="164441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8999" y="750297"/>
            <a:ext cx="4668244" cy="367709"/>
          </a:xfrm>
        </p:spPr>
        <p:txBody>
          <a:bodyPr anchor="b"/>
          <a:lstStyle>
            <a:lvl1pPr marL="0" indent="0">
              <a:buNone/>
              <a:defRPr sz="1071" b="1"/>
            </a:lvl1pPr>
            <a:lvl2pPr marL="204048" indent="0">
              <a:buNone/>
              <a:defRPr sz="893" b="1"/>
            </a:lvl2pPr>
            <a:lvl3pPr marL="408097" indent="0">
              <a:buNone/>
              <a:defRPr sz="803" b="1"/>
            </a:lvl3pPr>
            <a:lvl4pPr marL="612145" indent="0">
              <a:buNone/>
              <a:defRPr sz="714" b="1"/>
            </a:lvl4pPr>
            <a:lvl5pPr marL="816193" indent="0">
              <a:buNone/>
              <a:defRPr sz="714" b="1"/>
            </a:lvl5pPr>
            <a:lvl6pPr marL="1020242" indent="0">
              <a:buNone/>
              <a:defRPr sz="714" b="1"/>
            </a:lvl6pPr>
            <a:lvl7pPr marL="1224290" indent="0">
              <a:buNone/>
              <a:defRPr sz="714" b="1"/>
            </a:lvl7pPr>
            <a:lvl8pPr marL="1428339" indent="0">
              <a:buNone/>
              <a:defRPr sz="714" b="1"/>
            </a:lvl8pPr>
            <a:lvl9pPr marL="1632387" indent="0">
              <a:buNone/>
              <a:defRPr sz="714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8999" y="1118006"/>
            <a:ext cx="4668244" cy="164441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F2292-61EE-44A8-A348-6405C607B3E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C335-DE0F-4E2C-9586-68648E84E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3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F2292-61EE-44A8-A348-6405C607B3E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C335-DE0F-4E2C-9586-68648E84E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34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F2292-61EE-44A8-A348-6405C607B3E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C335-DE0F-4E2C-9586-68648E84E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721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56" y="204047"/>
            <a:ext cx="3541574" cy="714163"/>
          </a:xfrm>
        </p:spPr>
        <p:txBody>
          <a:bodyPr anchor="b"/>
          <a:lstStyle>
            <a:lvl1pPr>
              <a:defRPr sz="1428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8244" y="440684"/>
            <a:ext cx="5558999" cy="2175081"/>
          </a:xfrm>
        </p:spPr>
        <p:txBody>
          <a:bodyPr/>
          <a:lstStyle>
            <a:lvl1pPr>
              <a:defRPr sz="1428"/>
            </a:lvl1pPr>
            <a:lvl2pPr>
              <a:defRPr sz="1250"/>
            </a:lvl2pPr>
            <a:lvl3pPr>
              <a:defRPr sz="1071"/>
            </a:lvl3pPr>
            <a:lvl4pPr>
              <a:defRPr sz="893"/>
            </a:lvl4pPr>
            <a:lvl5pPr>
              <a:defRPr sz="893"/>
            </a:lvl5pPr>
            <a:lvl6pPr>
              <a:defRPr sz="893"/>
            </a:lvl6pPr>
            <a:lvl7pPr>
              <a:defRPr sz="893"/>
            </a:lvl7pPr>
            <a:lvl8pPr>
              <a:defRPr sz="893"/>
            </a:lvl8pPr>
            <a:lvl9pPr>
              <a:defRPr sz="893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6356" y="918210"/>
            <a:ext cx="3541574" cy="1701098"/>
          </a:xfrm>
        </p:spPr>
        <p:txBody>
          <a:bodyPr/>
          <a:lstStyle>
            <a:lvl1pPr marL="0" indent="0">
              <a:buNone/>
              <a:defRPr sz="714"/>
            </a:lvl1pPr>
            <a:lvl2pPr marL="204048" indent="0">
              <a:buNone/>
              <a:defRPr sz="625"/>
            </a:lvl2pPr>
            <a:lvl3pPr marL="408097" indent="0">
              <a:buNone/>
              <a:defRPr sz="536"/>
            </a:lvl3pPr>
            <a:lvl4pPr marL="612145" indent="0">
              <a:buNone/>
              <a:defRPr sz="446"/>
            </a:lvl4pPr>
            <a:lvl5pPr marL="816193" indent="0">
              <a:buNone/>
              <a:defRPr sz="446"/>
            </a:lvl5pPr>
            <a:lvl6pPr marL="1020242" indent="0">
              <a:buNone/>
              <a:defRPr sz="446"/>
            </a:lvl6pPr>
            <a:lvl7pPr marL="1224290" indent="0">
              <a:buNone/>
              <a:defRPr sz="446"/>
            </a:lvl7pPr>
            <a:lvl8pPr marL="1428339" indent="0">
              <a:buNone/>
              <a:defRPr sz="446"/>
            </a:lvl8pPr>
            <a:lvl9pPr marL="1632387" indent="0">
              <a:buNone/>
              <a:defRPr sz="44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F2292-61EE-44A8-A348-6405C607B3E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C335-DE0F-4E2C-9586-68648E84E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268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56" y="204047"/>
            <a:ext cx="3541574" cy="714163"/>
          </a:xfrm>
        </p:spPr>
        <p:txBody>
          <a:bodyPr anchor="b"/>
          <a:lstStyle>
            <a:lvl1pPr>
              <a:defRPr sz="1428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8244" y="440684"/>
            <a:ext cx="5558999" cy="2175081"/>
          </a:xfrm>
        </p:spPr>
        <p:txBody>
          <a:bodyPr anchor="t"/>
          <a:lstStyle>
            <a:lvl1pPr marL="0" indent="0">
              <a:buNone/>
              <a:defRPr sz="1428"/>
            </a:lvl1pPr>
            <a:lvl2pPr marL="204048" indent="0">
              <a:buNone/>
              <a:defRPr sz="1250"/>
            </a:lvl2pPr>
            <a:lvl3pPr marL="408097" indent="0">
              <a:buNone/>
              <a:defRPr sz="1071"/>
            </a:lvl3pPr>
            <a:lvl4pPr marL="612145" indent="0">
              <a:buNone/>
              <a:defRPr sz="893"/>
            </a:lvl4pPr>
            <a:lvl5pPr marL="816193" indent="0">
              <a:buNone/>
              <a:defRPr sz="893"/>
            </a:lvl5pPr>
            <a:lvl6pPr marL="1020242" indent="0">
              <a:buNone/>
              <a:defRPr sz="893"/>
            </a:lvl6pPr>
            <a:lvl7pPr marL="1224290" indent="0">
              <a:buNone/>
              <a:defRPr sz="893"/>
            </a:lvl7pPr>
            <a:lvl8pPr marL="1428339" indent="0">
              <a:buNone/>
              <a:defRPr sz="893"/>
            </a:lvl8pPr>
            <a:lvl9pPr marL="1632387" indent="0">
              <a:buNone/>
              <a:defRPr sz="893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6356" y="918210"/>
            <a:ext cx="3541574" cy="1701098"/>
          </a:xfrm>
        </p:spPr>
        <p:txBody>
          <a:bodyPr/>
          <a:lstStyle>
            <a:lvl1pPr marL="0" indent="0">
              <a:buNone/>
              <a:defRPr sz="714"/>
            </a:lvl1pPr>
            <a:lvl2pPr marL="204048" indent="0">
              <a:buNone/>
              <a:defRPr sz="625"/>
            </a:lvl2pPr>
            <a:lvl3pPr marL="408097" indent="0">
              <a:buNone/>
              <a:defRPr sz="536"/>
            </a:lvl3pPr>
            <a:lvl4pPr marL="612145" indent="0">
              <a:buNone/>
              <a:defRPr sz="446"/>
            </a:lvl4pPr>
            <a:lvl5pPr marL="816193" indent="0">
              <a:buNone/>
              <a:defRPr sz="446"/>
            </a:lvl5pPr>
            <a:lvl6pPr marL="1020242" indent="0">
              <a:buNone/>
              <a:defRPr sz="446"/>
            </a:lvl6pPr>
            <a:lvl7pPr marL="1224290" indent="0">
              <a:buNone/>
              <a:defRPr sz="446"/>
            </a:lvl7pPr>
            <a:lvl8pPr marL="1428339" indent="0">
              <a:buNone/>
              <a:defRPr sz="446"/>
            </a:lvl8pPr>
            <a:lvl9pPr marL="1632387" indent="0">
              <a:buNone/>
              <a:defRPr sz="44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F2292-61EE-44A8-A348-6405C607B3E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C335-DE0F-4E2C-9586-68648E84E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301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F2292-61EE-44A8-A348-6405C607B3E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C335-DE0F-4E2C-9586-68648E84E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14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8090" y="162954"/>
            <a:ext cx="2367722" cy="2593802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926" y="162954"/>
            <a:ext cx="6965906" cy="2593802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F2292-61EE-44A8-A348-6405C607B3E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C335-DE0F-4E2C-9586-68648E84E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493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926" y="162954"/>
            <a:ext cx="9470887" cy="591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926" y="814770"/>
            <a:ext cx="9470887" cy="1941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926" y="2836816"/>
            <a:ext cx="2470666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BF2292-61EE-44A8-A348-6405C607B3E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7370" y="2836816"/>
            <a:ext cx="3705999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55146" y="2836816"/>
            <a:ext cx="2470666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9C335-DE0F-4E2C-9586-68648E84E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161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08097" rtl="0" eaLnBrk="1" latinLnBrk="0" hangingPunct="1">
        <a:lnSpc>
          <a:spcPct val="90000"/>
        </a:lnSpc>
        <a:spcBef>
          <a:spcPct val="0"/>
        </a:spcBef>
        <a:buNone/>
        <a:defRPr sz="19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024" indent="-102024" algn="l" defTabSz="40809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1pPr>
      <a:lvl2pPr marL="306073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1071" kern="1200">
          <a:solidFill>
            <a:schemeClr val="tx1"/>
          </a:solidFill>
          <a:latin typeface="+mn-lt"/>
          <a:ea typeface="+mn-ea"/>
          <a:cs typeface="+mn-cs"/>
        </a:defRPr>
      </a:lvl2pPr>
      <a:lvl3pPr marL="510121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3pPr>
      <a:lvl4pPr marL="714169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4pPr>
      <a:lvl5pPr marL="918218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5pPr>
      <a:lvl6pPr marL="1122266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6pPr>
      <a:lvl7pPr marL="1326314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7pPr>
      <a:lvl8pPr marL="1530363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8pPr>
      <a:lvl9pPr marL="1734411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1pPr>
      <a:lvl2pPr marL="204048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2pPr>
      <a:lvl3pPr marL="408097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3pPr>
      <a:lvl4pPr marL="612145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4pPr>
      <a:lvl5pPr marL="816193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5pPr>
      <a:lvl6pPr marL="1020242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6pPr>
      <a:lvl7pPr marL="1224290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7pPr>
      <a:lvl8pPr marL="1428339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8pPr>
      <a:lvl9pPr marL="1632387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D5F0125-E77C-5E61-359B-3626C908F3D2}"/>
              </a:ext>
            </a:extLst>
          </p:cNvPr>
          <p:cNvGrpSpPr/>
          <p:nvPr/>
        </p:nvGrpSpPr>
        <p:grpSpPr>
          <a:xfrm>
            <a:off x="79833" y="83800"/>
            <a:ext cx="10821072" cy="2893100"/>
            <a:chOff x="172722" y="1298287"/>
            <a:chExt cx="10821072" cy="28931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DBDBB5C-FA15-D0D1-8B10-D69F635CD08A}"/>
                </a:ext>
              </a:extLst>
            </p:cNvPr>
            <p:cNvSpPr txBox="1"/>
            <p:nvPr/>
          </p:nvSpPr>
          <p:spPr>
            <a:xfrm>
              <a:off x="8324474" y="2160062"/>
              <a:ext cx="2669320" cy="116955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onsolas" panose="020B0609020204030204" pitchFamily="49" charset="0"/>
                </a:rPr>
                <a:t>/</a:t>
              </a:r>
              <a:r>
                <a:rPr lang="en-US" altLang="zh-CN" sz="1400" b="1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400" b="1" dirty="0">
                  <a:latin typeface="Consolas" panose="020B0609020204030204" pitchFamily="49" charset="0"/>
                </a:rPr>
                <a:t>/v1/</a:t>
              </a:r>
              <a:r>
                <a:rPr lang="en-US" altLang="zh-CN" sz="1400" b="1" dirty="0" err="1">
                  <a:latin typeface="Consolas" panose="020B0609020204030204" pitchFamily="49" charset="0"/>
                </a:rPr>
                <a:t>refound</a:t>
              </a:r>
              <a:endParaRPr lang="en-US" altLang="zh-CN" sz="1400" b="1" dirty="0">
                <a:latin typeface="Consolas" panose="020B0609020204030204" pitchFamily="49" charset="0"/>
              </a:endParaRPr>
            </a:p>
            <a:p>
              <a:endParaRPr lang="en-US" altLang="zh-CN" sz="1400" dirty="0">
                <a:latin typeface="Consolas" panose="020B0609020204030204" pitchFamily="49" charset="0"/>
              </a:endParaRPr>
            </a:p>
            <a:p>
              <a:r>
                <a:rPr lang="en-US" altLang="zh-CN" sz="1400" b="1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Related:</a:t>
              </a:r>
            </a:p>
            <a:p>
              <a:r>
                <a:rPr lang="en-US" altLang="zh-CN" sz="1400" dirty="0">
                  <a:latin typeface="Consolas" panose="020B0609020204030204" pitchFamily="49" charset="0"/>
                </a:rPr>
                <a:t>  /</a:t>
              </a:r>
              <a:r>
                <a:rPr lang="en-US" altLang="zh-CN" sz="14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400" dirty="0">
                  <a:latin typeface="Consolas" panose="020B0609020204030204" pitchFamily="49" charset="0"/>
                </a:rPr>
                <a:t>/v1/</a:t>
              </a:r>
              <a:r>
                <a:rPr lang="en-US" altLang="zh-CN" sz="1400" dirty="0" err="1">
                  <a:latin typeface="Consolas" panose="020B0609020204030204" pitchFamily="49" charset="0"/>
                </a:rPr>
                <a:t>queryOrders</a:t>
              </a:r>
              <a:endParaRPr lang="en-US" altLang="zh-CN" sz="1400" dirty="0">
                <a:latin typeface="Consolas" panose="020B0609020204030204" pitchFamily="49" charset="0"/>
              </a:endParaRPr>
            </a:p>
            <a:p>
              <a:r>
                <a:rPr lang="en-US" altLang="zh-CN" sz="1400" dirty="0">
                  <a:latin typeface="Consolas" panose="020B0609020204030204" pitchFamily="49" charset="0"/>
                </a:rPr>
                <a:t>  /</a:t>
              </a:r>
              <a:r>
                <a:rPr lang="en-US" altLang="zh-CN" sz="14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400" dirty="0">
                  <a:latin typeface="Consolas" panose="020B0609020204030204" pitchFamily="49" charset="0"/>
                </a:rPr>
                <a:t>/v1/</a:t>
              </a:r>
              <a:r>
                <a:rPr lang="en-US" altLang="zh-CN" sz="1400" dirty="0" err="1">
                  <a:latin typeface="Consolas" panose="020B0609020204030204" pitchFamily="49" charset="0"/>
                </a:rPr>
                <a:t>generateCaptcha</a:t>
              </a:r>
              <a:endParaRPr lang="en-US" altLang="zh-CN" sz="1400" dirty="0">
                <a:latin typeface="Consolas" panose="020B0609020204030204" pitchFamily="49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8C3B0E8-D18F-AAFB-0515-55395ED2DF1F}"/>
                </a:ext>
              </a:extLst>
            </p:cNvPr>
            <p:cNvSpPr txBox="1"/>
            <p:nvPr/>
          </p:nvSpPr>
          <p:spPr>
            <a:xfrm>
              <a:off x="172722" y="1298287"/>
              <a:ext cx="2031325" cy="28931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onsolas" panose="020B0609020204030204" pitchFamily="49" charset="0"/>
                </a:rPr>
                <a:t>Log Sequence</a:t>
              </a:r>
              <a:endParaRPr lang="en-US" altLang="zh-CN" sz="1400" dirty="0">
                <a:latin typeface="Consolas" panose="020B0609020204030204" pitchFamily="49" charset="0"/>
              </a:endParaRPr>
            </a:p>
            <a:p>
              <a:endParaRPr lang="en-US" altLang="zh-CN" sz="1400" dirty="0">
                <a:latin typeface="Consolas" panose="020B0609020204030204" pitchFamily="49" charset="0"/>
              </a:endParaRPr>
            </a:p>
            <a:p>
              <a:r>
                <a:rPr lang="en-US" altLang="zh-CN" sz="1100" dirty="0">
                  <a:latin typeface="Consolas" panose="020B0609020204030204" pitchFamily="49" charset="0"/>
                </a:rPr>
                <a:t>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100" dirty="0">
                  <a:latin typeface="Consolas" panose="020B0609020204030204" pitchFamily="49" charset="0"/>
                </a:rPr>
                <a:t>/v1/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generateCaptcha</a:t>
              </a:r>
              <a:endParaRPr lang="en-US" altLang="zh-CN" sz="1100" dirty="0">
                <a:latin typeface="Consolas" panose="020B0609020204030204" pitchFamily="49" charset="0"/>
              </a:endParaRPr>
            </a:p>
            <a:p>
              <a:r>
                <a:rPr lang="en-US" altLang="zh-CN" sz="1100" dirty="0">
                  <a:latin typeface="Consolas" panose="020B0609020204030204" pitchFamily="49" charset="0"/>
                </a:rPr>
                <a:t>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100" dirty="0">
                  <a:latin typeface="Consolas" panose="020B0609020204030204" pitchFamily="49" charset="0"/>
                </a:rPr>
                <a:t>/v1/login</a:t>
              </a:r>
            </a:p>
            <a:p>
              <a:r>
                <a:rPr lang="en-US" altLang="zh-CN" sz="1100" dirty="0">
                  <a:latin typeface="Consolas" panose="020B0609020204030204" pitchFamily="49" charset="0"/>
                </a:rPr>
                <a:t>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100" dirty="0">
                  <a:latin typeface="Consolas" panose="020B0609020204030204" pitchFamily="49" charset="0"/>
                </a:rPr>
                <a:t>/v1/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queryConsigns</a:t>
              </a:r>
              <a:endParaRPr lang="en-US" altLang="zh-CN" sz="1100" dirty="0">
                <a:latin typeface="Consolas" panose="020B0609020204030204" pitchFamily="49" charset="0"/>
              </a:endParaRPr>
            </a:p>
            <a:p>
              <a:r>
                <a:rPr lang="en-US" altLang="zh-CN" sz="1100" dirty="0">
                  <a:latin typeface="Consolas" panose="020B0609020204030204" pitchFamily="49" charset="0"/>
                </a:rPr>
                <a:t>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100" dirty="0">
                  <a:latin typeface="Consolas" panose="020B0609020204030204" pitchFamily="49" charset="0"/>
                </a:rPr>
                <a:t>/v1/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consignAccount</a:t>
              </a:r>
              <a:endParaRPr lang="en-US" altLang="zh-CN" sz="1100" dirty="0">
                <a:latin typeface="Consolas" panose="020B0609020204030204" pitchFamily="49" charset="0"/>
              </a:endParaRPr>
            </a:p>
            <a:p>
              <a:r>
                <a:rPr lang="en-US" altLang="zh-CN" sz="1100" dirty="0">
                  <a:latin typeface="Consolas" panose="020B0609020204030204" pitchFamily="49" charset="0"/>
                </a:rPr>
                <a:t>......</a:t>
              </a:r>
            </a:p>
            <a:p>
              <a:r>
                <a:rPr lang="en-US" altLang="zh-CN" sz="1100" dirty="0">
                  <a:latin typeface="Consolas" panose="020B0609020204030204" pitchFamily="49" charset="0"/>
                </a:rPr>
                <a:t>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100" dirty="0">
                  <a:latin typeface="Consolas" panose="020B0609020204030204" pitchFamily="49" charset="0"/>
                </a:rPr>
                <a:t>/v1/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queryOrders</a:t>
              </a:r>
              <a:endParaRPr lang="en-US" altLang="zh-CN" sz="1100" dirty="0">
                <a:latin typeface="Consolas" panose="020B0609020204030204" pitchFamily="49" charset="0"/>
              </a:endParaRPr>
            </a:p>
            <a:p>
              <a:r>
                <a:rPr lang="en-US" altLang="zh-CN" sz="1100" dirty="0">
                  <a:latin typeface="Consolas" panose="020B0609020204030204" pitchFamily="49" charset="0"/>
                </a:rPr>
                <a:t>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100" dirty="0">
                  <a:latin typeface="Consolas" panose="020B0609020204030204" pitchFamily="49" charset="0"/>
                </a:rPr>
                <a:t>/v1/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generateCaptcha</a:t>
              </a:r>
              <a:endParaRPr lang="en-US" altLang="zh-CN" sz="1100" dirty="0">
                <a:latin typeface="Consolas" panose="020B0609020204030204" pitchFamily="49" charset="0"/>
              </a:endParaRPr>
            </a:p>
            <a:p>
              <a:r>
                <a:rPr lang="en-US" altLang="zh-CN" sz="1100" b="1" dirty="0">
                  <a:latin typeface="Consolas" panose="020B0609020204030204" pitchFamily="49" charset="0"/>
                </a:rPr>
                <a:t>/</a:t>
              </a:r>
              <a:r>
                <a:rPr lang="en-US" altLang="zh-CN" sz="1100" b="1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100" b="1" dirty="0">
                  <a:latin typeface="Consolas" panose="020B0609020204030204" pitchFamily="49" charset="0"/>
                </a:rPr>
                <a:t>/v1/</a:t>
              </a:r>
              <a:r>
                <a:rPr lang="en-US" altLang="zh-CN" sz="1100" b="1" dirty="0" err="1">
                  <a:latin typeface="Consolas" panose="020B0609020204030204" pitchFamily="49" charset="0"/>
                </a:rPr>
                <a:t>refound</a:t>
              </a:r>
              <a:endParaRPr lang="en-US" altLang="zh-CN" sz="1100" b="1" dirty="0">
                <a:latin typeface="Consolas" panose="020B0609020204030204" pitchFamily="49" charset="0"/>
              </a:endParaRPr>
            </a:p>
            <a:p>
              <a:r>
                <a:rPr lang="en-US" altLang="zh-CN" sz="1100" dirty="0">
                  <a:latin typeface="Consolas" panose="020B0609020204030204" pitchFamily="49" charset="0"/>
                </a:rPr>
                <a:t>......</a:t>
              </a:r>
            </a:p>
            <a:p>
              <a:r>
                <a:rPr lang="en-US" altLang="zh-CN" sz="1100" dirty="0">
                  <a:latin typeface="Consolas" panose="020B0609020204030204" pitchFamily="49" charset="0"/>
                </a:rPr>
                <a:t>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100" dirty="0">
                  <a:latin typeface="Consolas" panose="020B0609020204030204" pitchFamily="49" charset="0"/>
                </a:rPr>
                <a:t>/v1/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executeCollected</a:t>
              </a:r>
              <a:endParaRPr lang="en-US" altLang="zh-CN" sz="1100" dirty="0">
                <a:latin typeface="Consolas" panose="020B0609020204030204" pitchFamily="49" charset="0"/>
              </a:endParaRPr>
            </a:p>
            <a:p>
              <a:r>
                <a:rPr lang="en-US" altLang="zh-CN" sz="1100" dirty="0">
                  <a:latin typeface="Consolas" panose="020B0609020204030204" pitchFamily="49" charset="0"/>
                </a:rPr>
                <a:t>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100" dirty="0">
                  <a:latin typeface="Consolas" panose="020B0609020204030204" pitchFamily="49" charset="0"/>
                </a:rPr>
                <a:t>/v1/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generateCaptcha</a:t>
              </a:r>
              <a:endParaRPr lang="en-US" altLang="zh-CN" sz="1100" dirty="0">
                <a:latin typeface="Consolas" panose="020B0609020204030204" pitchFamily="49" charset="0"/>
              </a:endParaRPr>
            </a:p>
            <a:p>
              <a:r>
                <a:rPr lang="en-US" altLang="zh-CN" sz="1100" dirty="0">
                  <a:latin typeface="Consolas" panose="020B0609020204030204" pitchFamily="49" charset="0"/>
                </a:rPr>
                <a:t>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100" dirty="0">
                  <a:latin typeface="Consolas" panose="020B0609020204030204" pitchFamily="49" charset="0"/>
                </a:rPr>
                <a:t>/v1/consigns</a:t>
              </a:r>
            </a:p>
            <a:p>
              <a:r>
                <a:rPr lang="en-US" altLang="zh-CN" sz="1100" dirty="0">
                  <a:latin typeface="Consolas" panose="020B0609020204030204" pitchFamily="49" charset="0"/>
                </a:rPr>
                <a:t>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100" dirty="0">
                  <a:latin typeface="Consolas" panose="020B0609020204030204" pitchFamily="49" charset="0"/>
                </a:rPr>
                <a:t>/v1/</a:t>
              </a:r>
              <a:r>
                <a:rPr lang="en-US" altLang="zh-CN" sz="1100" dirty="0" err="1">
                  <a:latin typeface="Consolas" panose="020B0609020204030204" pitchFamily="49" charset="0"/>
                </a:rPr>
                <a:t>queryOrders</a:t>
              </a:r>
              <a:endParaRPr lang="en-US" altLang="zh-CN" sz="1100" dirty="0">
                <a:latin typeface="Consolas" panose="020B0609020204030204" pitchFamily="49" charset="0"/>
              </a:endParaRPr>
            </a:p>
            <a:p>
              <a:r>
                <a:rPr lang="en-US" altLang="zh-CN" sz="1100" b="1" dirty="0">
                  <a:latin typeface="Consolas" panose="020B0609020204030204" pitchFamily="49" charset="0"/>
                </a:rPr>
                <a:t>/</a:t>
              </a:r>
              <a:r>
                <a:rPr lang="en-US" altLang="zh-CN" sz="1100" b="1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100" b="1" dirty="0">
                  <a:latin typeface="Consolas" panose="020B0609020204030204" pitchFamily="49" charset="0"/>
                </a:rPr>
                <a:t>/v1/</a:t>
              </a:r>
              <a:r>
                <a:rPr lang="en-US" altLang="zh-CN" sz="1100" b="1" dirty="0" err="1">
                  <a:latin typeface="Consolas" panose="020B0609020204030204" pitchFamily="49" charset="0"/>
                </a:rPr>
                <a:t>refound</a:t>
              </a:r>
              <a:endParaRPr lang="en-US" altLang="zh-CN" sz="1100" b="1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D7CEC7-6941-C903-CDD7-0FB08C592733}"/>
                </a:ext>
              </a:extLst>
            </p:cNvPr>
            <p:cNvSpPr txBox="1"/>
            <p:nvPr/>
          </p:nvSpPr>
          <p:spPr>
            <a:xfrm>
              <a:off x="3929600" y="1836896"/>
              <a:ext cx="2669320" cy="18158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onsolas" panose="020B0609020204030204" pitchFamily="49" charset="0"/>
                </a:rPr>
                <a:t>/</a:t>
              </a:r>
              <a:r>
                <a:rPr lang="en-US" altLang="zh-CN" sz="1400" b="1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400" b="1" dirty="0">
                  <a:latin typeface="Consolas" panose="020B0609020204030204" pitchFamily="49" charset="0"/>
                </a:rPr>
                <a:t>/v1/</a:t>
              </a:r>
              <a:r>
                <a:rPr lang="en-US" altLang="zh-CN" sz="1400" b="1" dirty="0" err="1">
                  <a:latin typeface="Consolas" panose="020B0609020204030204" pitchFamily="49" charset="0"/>
                </a:rPr>
                <a:t>refound</a:t>
              </a:r>
              <a:endParaRPr lang="en-US" altLang="zh-CN" sz="1400" b="1" dirty="0">
                <a:latin typeface="Consolas" panose="020B0609020204030204" pitchFamily="49" charset="0"/>
              </a:endParaRPr>
            </a:p>
            <a:p>
              <a:endParaRPr lang="en-US" altLang="zh-CN" sz="1400" dirty="0">
                <a:latin typeface="Consolas" panose="020B0609020204030204" pitchFamily="49" charset="0"/>
              </a:endParaRPr>
            </a:p>
            <a:p>
              <a:r>
                <a:rPr lang="en-US" altLang="zh-CN" sz="1400" b="1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High Frequency:</a:t>
              </a:r>
            </a:p>
            <a:p>
              <a:r>
                <a:rPr lang="en-US" altLang="zh-CN" sz="1400" dirty="0">
                  <a:latin typeface="Consolas" panose="020B0609020204030204" pitchFamily="49" charset="0"/>
                </a:rPr>
                <a:t>  /</a:t>
              </a:r>
              <a:r>
                <a:rPr lang="en-US" altLang="zh-CN" sz="14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400" dirty="0">
                  <a:latin typeface="Consolas" panose="020B0609020204030204" pitchFamily="49" charset="0"/>
                </a:rPr>
                <a:t>/v1/</a:t>
              </a:r>
              <a:r>
                <a:rPr lang="en-US" altLang="zh-CN" sz="1400" dirty="0" err="1">
                  <a:latin typeface="Consolas" panose="020B0609020204030204" pitchFamily="49" charset="0"/>
                </a:rPr>
                <a:t>queryOrders</a:t>
              </a:r>
              <a:endParaRPr lang="en-US" altLang="zh-CN" sz="1400" dirty="0">
                <a:latin typeface="Consolas" panose="020B0609020204030204" pitchFamily="49" charset="0"/>
              </a:endParaRPr>
            </a:p>
            <a:p>
              <a:r>
                <a:rPr lang="en-US" altLang="zh-CN" sz="1400" dirty="0">
                  <a:latin typeface="Consolas" panose="020B0609020204030204" pitchFamily="49" charset="0"/>
                </a:rPr>
                <a:t>  /</a:t>
              </a:r>
              <a:r>
                <a:rPr lang="en-US" altLang="zh-CN" sz="14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400" dirty="0">
                  <a:latin typeface="Consolas" panose="020B0609020204030204" pitchFamily="49" charset="0"/>
                </a:rPr>
                <a:t>/v1/</a:t>
              </a:r>
              <a:r>
                <a:rPr lang="en-US" altLang="zh-CN" sz="1400" dirty="0" err="1">
                  <a:latin typeface="Consolas" panose="020B0609020204030204" pitchFamily="49" charset="0"/>
                </a:rPr>
                <a:t>generateCaptcha</a:t>
              </a:r>
              <a:endParaRPr lang="en-US" altLang="zh-CN" sz="1400" dirty="0">
                <a:latin typeface="Consolas" panose="020B0609020204030204" pitchFamily="49" charset="0"/>
              </a:endParaRPr>
            </a:p>
            <a:p>
              <a:r>
                <a:rPr lang="en-US" altLang="zh-CN" sz="1400" dirty="0">
                  <a:latin typeface="Consolas" panose="020B0609020204030204" pitchFamily="49" charset="0"/>
                </a:rPr>
                <a:t>  /</a:t>
              </a:r>
              <a:r>
                <a:rPr lang="en-US" altLang="zh-CN" sz="14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400" dirty="0">
                  <a:latin typeface="Consolas" panose="020B0609020204030204" pitchFamily="49" charset="0"/>
                </a:rPr>
                <a:t>/v1/consigns</a:t>
              </a:r>
            </a:p>
            <a:p>
              <a:r>
                <a:rPr lang="en-US" altLang="zh-CN" sz="1400" dirty="0">
                  <a:latin typeface="Consolas" panose="020B0609020204030204" pitchFamily="49" charset="0"/>
                </a:rPr>
                <a:t>  /</a:t>
              </a:r>
              <a:r>
                <a:rPr lang="en-US" altLang="zh-CN" sz="14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400" dirty="0">
                  <a:latin typeface="Consolas" panose="020B0609020204030204" pitchFamily="49" charset="0"/>
                </a:rPr>
                <a:t>/v1/</a:t>
              </a:r>
              <a:r>
                <a:rPr lang="en-US" altLang="zh-CN" sz="1400" dirty="0" err="1">
                  <a:latin typeface="Consolas" panose="020B0609020204030204" pitchFamily="49" charset="0"/>
                </a:rPr>
                <a:t>queryConsigns</a:t>
              </a:r>
              <a:endParaRPr lang="en-US" altLang="zh-CN" sz="1400" dirty="0">
                <a:latin typeface="Consolas" panose="020B0609020204030204" pitchFamily="49" charset="0"/>
              </a:endParaRPr>
            </a:p>
            <a:p>
              <a:r>
                <a:rPr lang="en-US" altLang="zh-CN" sz="1400" dirty="0">
                  <a:latin typeface="Consolas" panose="020B0609020204030204" pitchFamily="49" charset="0"/>
                </a:rPr>
                <a:t>  /</a:t>
              </a:r>
              <a:r>
                <a:rPr lang="en-US" altLang="zh-CN" sz="1400" dirty="0" err="1">
                  <a:latin typeface="Consolas" panose="020B0609020204030204" pitchFamily="49" charset="0"/>
                </a:rPr>
                <a:t>api</a:t>
              </a:r>
              <a:r>
                <a:rPr lang="en-US" altLang="zh-CN" sz="1400" dirty="0">
                  <a:latin typeface="Consolas" panose="020B0609020204030204" pitchFamily="49" charset="0"/>
                </a:rPr>
                <a:t>/v1/</a:t>
              </a:r>
              <a:r>
                <a:rPr lang="en-US" altLang="zh-CN" sz="1400" dirty="0" err="1">
                  <a:latin typeface="Consolas" panose="020B0609020204030204" pitchFamily="49" charset="0"/>
                </a:rPr>
                <a:t>tripsLeft</a:t>
              </a:r>
              <a:endParaRPr lang="en-US" altLang="zh-CN" sz="1400" dirty="0"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0524EF6-6A43-9835-ABCE-9175F6B71705}"/>
                </a:ext>
              </a:extLst>
            </p:cNvPr>
            <p:cNvSpPr txBox="1"/>
            <p:nvPr/>
          </p:nvSpPr>
          <p:spPr>
            <a:xfrm>
              <a:off x="2483170" y="2088639"/>
              <a:ext cx="116730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Frequency</a:t>
              </a:r>
            </a:p>
            <a:p>
              <a:pPr algn="ctr"/>
              <a:r>
                <a:rPr lang="en-US" altLang="zh-CN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Counting</a:t>
              </a:r>
              <a:endParaRPr lang="zh-CN" altLang="en-US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2F07356-9B9F-A756-36D5-74190BB1253C}"/>
                </a:ext>
              </a:extLst>
            </p:cNvPr>
            <p:cNvCxnSpPr>
              <a:cxnSpLocks/>
            </p:cNvCxnSpPr>
            <p:nvPr/>
          </p:nvCxnSpPr>
          <p:spPr>
            <a:xfrm>
              <a:off x="6847334" y="2744837"/>
              <a:ext cx="12287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54C0AB-9546-CF7E-4CDA-042CD19435EB}"/>
                </a:ext>
              </a:extLst>
            </p:cNvPr>
            <p:cNvSpPr txBox="1"/>
            <p:nvPr/>
          </p:nvSpPr>
          <p:spPr>
            <a:xfrm>
              <a:off x="6970216" y="2088639"/>
              <a:ext cx="9829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LLM</a:t>
              </a:r>
            </a:p>
            <a:p>
              <a:pPr algn="ctr"/>
              <a:r>
                <a:rPr lang="en-US" altLang="zh-CN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Filtering</a:t>
              </a:r>
              <a:endParaRPr lang="zh-CN" altLang="en-US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F6ADBCA-95E6-0108-0DC5-6F5BF68CA8CF}"/>
                </a:ext>
              </a:extLst>
            </p:cNvPr>
            <p:cNvCxnSpPr>
              <a:cxnSpLocks/>
            </p:cNvCxnSpPr>
            <p:nvPr/>
          </p:nvCxnSpPr>
          <p:spPr>
            <a:xfrm>
              <a:off x="2452461" y="2744837"/>
              <a:ext cx="12287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7508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146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Linux Libertine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Wenjie Zhang</dc:creator>
  <cp:lastModifiedBy>Wenjie Zhang</cp:lastModifiedBy>
  <cp:revision>4</cp:revision>
  <dcterms:created xsi:type="dcterms:W3CDTF">2025-09-12T01:25:39Z</dcterms:created>
  <dcterms:modified xsi:type="dcterms:W3CDTF">2025-09-12T01:44:11Z</dcterms:modified>
</cp:coreProperties>
</file>