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7" r:id="rId2"/>
  </p:sldIdLst>
  <p:sldSz cx="4679950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7" autoAdjust="0"/>
    <p:restoredTop sz="94660"/>
  </p:normalViewPr>
  <p:slideViewPr>
    <p:cSldViewPr snapToGrid="0">
      <p:cViewPr varScale="1">
        <p:scale>
          <a:sx n="329" d="100"/>
          <a:sy n="329" d="100"/>
        </p:scale>
        <p:origin x="258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4" y="235644"/>
            <a:ext cx="3509963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756262"/>
            <a:ext cx="3509963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82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82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358966"/>
            <a:ext cx="403645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963575"/>
            <a:ext cx="403645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383297"/>
            <a:ext cx="1988979" cy="913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383297"/>
            <a:ext cx="1988979" cy="913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5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76659"/>
            <a:ext cx="4036457" cy="27830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" y="352967"/>
            <a:ext cx="197983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" y="525950"/>
            <a:ext cx="1979838" cy="77359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352967"/>
            <a:ext cx="198958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525950"/>
            <a:ext cx="1989588" cy="77359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30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82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76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95991"/>
            <a:ext cx="150940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207314"/>
            <a:ext cx="2369225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431959"/>
            <a:ext cx="150940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90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95991"/>
            <a:ext cx="150940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207314"/>
            <a:ext cx="2369225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431959"/>
            <a:ext cx="150940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7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67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" y="76660"/>
            <a:ext cx="1009114" cy="122021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76660"/>
            <a:ext cx="2968843" cy="122021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20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76659"/>
            <a:ext cx="403645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383297"/>
            <a:ext cx="403645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1334540"/>
            <a:ext cx="105298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1334540"/>
            <a:ext cx="1579483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1334540"/>
            <a:ext cx="105298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57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93C9BA0-CEB0-8816-1B1E-028C3B8B6A4B}"/>
              </a:ext>
            </a:extLst>
          </p:cNvPr>
          <p:cNvGrpSpPr/>
          <p:nvPr/>
        </p:nvGrpSpPr>
        <p:grpSpPr>
          <a:xfrm>
            <a:off x="147232" y="174179"/>
            <a:ext cx="4385495" cy="1091504"/>
            <a:chOff x="188955" y="574668"/>
            <a:chExt cx="4385495" cy="10915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539FF3-3A52-5222-FF3F-6EF4A60E0EE1}"/>
                </a:ext>
              </a:extLst>
            </p:cNvPr>
            <p:cNvGrpSpPr/>
            <p:nvPr/>
          </p:nvGrpSpPr>
          <p:grpSpPr>
            <a:xfrm>
              <a:off x="188955" y="574668"/>
              <a:ext cx="2295450" cy="759722"/>
              <a:chOff x="349326" y="783328"/>
              <a:chExt cx="2295450" cy="759722"/>
            </a:xfrm>
          </p:grpSpPr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A95480FF-8B9C-A7F7-A9C2-452E0ABA6057}"/>
                  </a:ext>
                </a:extLst>
              </p:cNvPr>
              <p:cNvSpPr/>
              <p:nvPr/>
            </p:nvSpPr>
            <p:spPr>
              <a:xfrm>
                <a:off x="349328" y="783328"/>
                <a:ext cx="2295448" cy="2716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/</a:t>
                </a:r>
                <a:r>
                  <a:rPr lang="en-US" altLang="zh-CN" sz="1200" b="1" kern="0" dirty="0" err="1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api</a:t>
                </a: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/v1/</a:t>
                </a:r>
                <a:r>
                  <a:rPr lang="en-US" altLang="zh-CN" sz="1200" b="1" kern="0" dirty="0" err="1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preserveTicket</a:t>
                </a:r>
                <a:endParaRPr lang="en-US" altLang="zh-CN" sz="1200" b="1" kern="0" dirty="0">
                  <a:solidFill>
                    <a:prstClr val="white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0479BF-C014-E73F-A86B-2A8F18ECC74A}"/>
                  </a:ext>
                </a:extLst>
              </p:cNvPr>
              <p:cNvSpPr/>
              <p:nvPr/>
            </p:nvSpPr>
            <p:spPr>
              <a:xfrm>
                <a:off x="349326" y="1055016"/>
                <a:ext cx="2295449" cy="488034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等线" panose="02010600030101010101" pitchFamily="2" charset="-122"/>
                  </a:rPr>
                  <a:t>arguments.seatclass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  <a:ea typeface="等线" panose="02010600030101010101" pitchFamily="2" charset="-122"/>
                  </a:rPr>
                  <a:t>: </a:t>
                </a:r>
                <a:r>
                  <a:rPr lang="en-US" altLang="zh-CN" sz="1000" kern="0" dirty="0">
                    <a:solidFill>
                      <a:srgbClr val="FF0000"/>
                    </a:solidFill>
                    <a:latin typeface="Consolas" panose="020B0609020204030204" pitchFamily="49" charset="0"/>
                    <a:ea typeface="等线" panose="02010600030101010101" pitchFamily="2" charset="-122"/>
                  </a:rPr>
                  <a:t>5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B3D266-7718-5E4B-28F7-6BFE1992375F}"/>
                </a:ext>
              </a:extLst>
            </p:cNvPr>
            <p:cNvSpPr txBox="1"/>
            <p:nvPr/>
          </p:nvSpPr>
          <p:spPr>
            <a:xfrm>
              <a:off x="500554" y="1389173"/>
              <a:ext cx="1672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Simplified Log Entity</a:t>
              </a:r>
              <a:endParaRPr lang="zh-CN" altLang="en-US" sz="12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236B6A9-2152-134A-28D4-3A541EF362DE}"/>
                </a:ext>
              </a:extLst>
            </p:cNvPr>
            <p:cNvCxnSpPr/>
            <p:nvPr/>
          </p:nvCxnSpPr>
          <p:spPr>
            <a:xfrm>
              <a:off x="1862173" y="1087937"/>
              <a:ext cx="12147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0271DF-FFA5-8AC5-7301-0F5A91579704}"/>
                </a:ext>
              </a:extLst>
            </p:cNvPr>
            <p:cNvSpPr txBox="1"/>
            <p:nvPr/>
          </p:nvSpPr>
          <p:spPr>
            <a:xfrm>
              <a:off x="3076924" y="857104"/>
              <a:ext cx="14975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Legal range: 0, 1, 2, 3</a:t>
              </a:r>
            </a:p>
            <a:p>
              <a:pPr algn="ctr"/>
              <a:r>
                <a:rPr lang="en-US" altLang="zh-CN" sz="1200" dirty="0">
                  <a:solidFill>
                    <a:srgbClr val="FF0000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"5" </a:t>
              </a:r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out of range!</a:t>
              </a:r>
              <a:endParaRPr lang="zh-CN" altLang="en-US" sz="12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352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31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9</cp:revision>
  <dcterms:created xsi:type="dcterms:W3CDTF">2025-09-12T04:05:51Z</dcterms:created>
  <dcterms:modified xsi:type="dcterms:W3CDTF">2025-09-12T04:32:34Z</dcterms:modified>
</cp:coreProperties>
</file>